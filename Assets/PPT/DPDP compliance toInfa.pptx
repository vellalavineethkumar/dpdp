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4"/>
    <p:sldMasterId id="2147483685" r:id="rId5"/>
  </p:sldMasterIdLst>
  <p:notesMasterIdLst>
    <p:notesMasterId r:id="rId19"/>
  </p:notesMasterIdLst>
  <p:sldIdLst>
    <p:sldId id="256" r:id="rId6"/>
    <p:sldId id="2134807595" r:id="rId7"/>
    <p:sldId id="2134807598" r:id="rId8"/>
    <p:sldId id="2134807532" r:id="rId9"/>
    <p:sldId id="2134807607" r:id="rId10"/>
    <p:sldId id="2134807590" r:id="rId11"/>
    <p:sldId id="2134807599" r:id="rId12"/>
    <p:sldId id="2134807600" r:id="rId13"/>
    <p:sldId id="2134807609" r:id="rId14"/>
    <p:sldId id="2134807608" r:id="rId15"/>
    <p:sldId id="2134807596" r:id="rId16"/>
    <p:sldId id="2134807591" r:id="rId17"/>
    <p:sldId id="213480759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Infa" id="{E24FE38D-3090-4869-96D3-32985B5AE140}">
          <p14:sldIdLst>
            <p14:sldId id="256"/>
            <p14:sldId id="2134807595"/>
            <p14:sldId id="2134807598"/>
            <p14:sldId id="2134807532"/>
            <p14:sldId id="2134807607"/>
            <p14:sldId id="2134807590"/>
            <p14:sldId id="2134807599"/>
            <p14:sldId id="2134807600"/>
            <p14:sldId id="2134807609"/>
            <p14:sldId id="2134807608"/>
            <p14:sldId id="2134807596"/>
            <p14:sldId id="2134807591"/>
            <p14:sldId id="21348075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CA226"/>
    <a:srgbClr val="B60003"/>
    <a:srgbClr val="DE0005"/>
    <a:srgbClr val="D60005"/>
    <a:srgbClr val="FE0006"/>
    <a:srgbClr val="FF9B9D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h Kumar" userId="b69e8cef-09d8-48da-a2bc-f7ebd3c7b4ae" providerId="ADAL" clId="{CB746C82-52EF-43B0-936A-5D8D3991603D}"/>
    <pc:docChg chg="delSld modSection">
      <pc:chgData name="Vineeth Kumar" userId="b69e8cef-09d8-48da-a2bc-f7ebd3c7b4ae" providerId="ADAL" clId="{CB746C82-52EF-43B0-936A-5D8D3991603D}" dt="2025-09-10T08:58:03.567" v="4" actId="47"/>
      <pc:docMkLst>
        <pc:docMk/>
      </pc:docMkLst>
      <pc:sldChg chg="del">
        <pc:chgData name="Vineeth Kumar" userId="b69e8cef-09d8-48da-a2bc-f7ebd3c7b4ae" providerId="ADAL" clId="{CB746C82-52EF-43B0-936A-5D8D3991603D}" dt="2025-09-10T08:57:56.963" v="0" actId="47"/>
        <pc:sldMkLst>
          <pc:docMk/>
          <pc:sldMk cId="1802425496" sldId="2134807597"/>
        </pc:sldMkLst>
      </pc:sldChg>
      <pc:sldChg chg="del">
        <pc:chgData name="Vineeth Kumar" userId="b69e8cef-09d8-48da-a2bc-f7ebd3c7b4ae" providerId="ADAL" clId="{CB746C82-52EF-43B0-936A-5D8D3991603D}" dt="2025-09-10T08:58:01.525" v="2" actId="47"/>
        <pc:sldMkLst>
          <pc:docMk/>
          <pc:sldMk cId="2163655435" sldId="2134807602"/>
        </pc:sldMkLst>
      </pc:sldChg>
      <pc:sldChg chg="del">
        <pc:chgData name="Vineeth Kumar" userId="b69e8cef-09d8-48da-a2bc-f7ebd3c7b4ae" providerId="ADAL" clId="{CB746C82-52EF-43B0-936A-5D8D3991603D}" dt="2025-09-10T08:58:02.465" v="3" actId="47"/>
        <pc:sldMkLst>
          <pc:docMk/>
          <pc:sldMk cId="175696130" sldId="2134807603"/>
        </pc:sldMkLst>
      </pc:sldChg>
      <pc:sldChg chg="del">
        <pc:chgData name="Vineeth Kumar" userId="b69e8cef-09d8-48da-a2bc-f7ebd3c7b4ae" providerId="ADAL" clId="{CB746C82-52EF-43B0-936A-5D8D3991603D}" dt="2025-09-10T08:58:00.324" v="1" actId="47"/>
        <pc:sldMkLst>
          <pc:docMk/>
          <pc:sldMk cId="205406962" sldId="2134807604"/>
        </pc:sldMkLst>
      </pc:sldChg>
      <pc:sldChg chg="del">
        <pc:chgData name="Vineeth Kumar" userId="b69e8cef-09d8-48da-a2bc-f7ebd3c7b4ae" providerId="ADAL" clId="{CB746C82-52EF-43B0-936A-5D8D3991603D}" dt="2025-09-10T08:58:03.567" v="4" actId="47"/>
        <pc:sldMkLst>
          <pc:docMk/>
          <pc:sldMk cId="4108701867" sldId="21348076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E7025-C1BB-465B-8607-19980B758B89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B95B-46B0-4B0F-9D24-19701FC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09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FB95B-46B0-4B0F-9D24-19701FC9C5B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3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image" Target="../media/image4.png"/><Relationship Id="rId16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hyperlink" Target="https://www.youtube.com/channel/UCvXtdT5kAsavz662XL7umvg" TargetMode="External"/><Relationship Id="rId7" Type="http://schemas.openxmlformats.org/officeDocument/2006/relationships/hyperlink" Target="http://twitter.com/Informatica" TargetMode="External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7.png"/><Relationship Id="rId5" Type="http://schemas.openxmlformats.org/officeDocument/2006/relationships/hyperlink" Target="https://www.linkedin.com/company/informatica/" TargetMode="External"/><Relationship Id="rId4" Type="http://schemas.openxmlformats.org/officeDocument/2006/relationships/image" Target="../media/image5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vXtdT5kAsavz662XL7umvg" TargetMode="External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png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61000">
              <a:srgbClr val="C00000"/>
            </a:gs>
            <a:gs pos="83000">
              <a:srgbClr val="C00000"/>
            </a:gs>
            <a:gs pos="10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EF3D81D8-E850-7E12-2D12-EDF4ED0FC6DD}"/>
              </a:ext>
            </a:extLst>
          </p:cNvPr>
          <p:cNvSpPr/>
          <p:nvPr userDrawn="1"/>
        </p:nvSpPr>
        <p:spPr>
          <a:xfrm flipV="1">
            <a:off x="-884719" y="-232711"/>
            <a:ext cx="3662555" cy="3213892"/>
          </a:xfrm>
          <a:custGeom>
            <a:avLst/>
            <a:gdLst/>
            <a:ahLst/>
            <a:cxnLst/>
            <a:rect l="l" t="t" r="r" b="b"/>
            <a:pathLst>
              <a:path w="4689231" h="4114800">
                <a:moveTo>
                  <a:pt x="0" y="4114800"/>
                </a:moveTo>
                <a:lnTo>
                  <a:pt x="4689231" y="4114800"/>
                </a:lnTo>
                <a:lnTo>
                  <a:pt x="468923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5EDA3-3F4D-448A-D7E4-B211DD32F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381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0C0D8-FC92-9501-59BD-F0B0C548B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7056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E2D79B4-803A-42BA-31D9-F618FB2F7979}"/>
              </a:ext>
            </a:extLst>
          </p:cNvPr>
          <p:cNvSpPr/>
          <p:nvPr userDrawn="1"/>
        </p:nvSpPr>
        <p:spPr>
          <a:xfrm>
            <a:off x="3692236" y="232081"/>
            <a:ext cx="4807527" cy="1406201"/>
          </a:xfrm>
          <a:custGeom>
            <a:avLst/>
            <a:gdLst/>
            <a:ahLst/>
            <a:cxnLst/>
            <a:rect l="l" t="t" r="r" b="b"/>
            <a:pathLst>
              <a:path w="9165798" h="2680996">
                <a:moveTo>
                  <a:pt x="0" y="0"/>
                </a:moveTo>
                <a:lnTo>
                  <a:pt x="9165798" y="0"/>
                </a:lnTo>
                <a:lnTo>
                  <a:pt x="9165798" y="2680996"/>
                </a:lnTo>
                <a:lnTo>
                  <a:pt x="0" y="2680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823C51B1-F885-DD18-8A76-F441C06D3BE8}"/>
              </a:ext>
            </a:extLst>
          </p:cNvPr>
          <p:cNvSpPr txBox="1"/>
          <p:nvPr userDrawn="1"/>
        </p:nvSpPr>
        <p:spPr>
          <a:xfrm>
            <a:off x="396890" y="6403833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EED2D0F-1295-C262-4FDA-89B4FBA15A15}"/>
              </a:ext>
            </a:extLst>
          </p:cNvPr>
          <p:cNvSpPr txBox="1"/>
          <p:nvPr userDrawn="1"/>
        </p:nvSpPr>
        <p:spPr>
          <a:xfrm>
            <a:off x="6886851" y="6403833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Enabling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74841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C7DB-75E6-8651-FAEA-B64673AA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E507-1015-88D7-A075-BCD6E6BC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E1544-6854-C8AC-92CE-02FE4CD026F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FD1A7B-763C-A91F-BAAE-0BCF0BC8888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C4B340-A310-4716-01EA-F03ACD447AA4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AF38C963-5F48-4873-F274-7DEE1F1E8433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E89C8EB8-359B-E226-FA22-54D610DE82E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9964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C7DB-75E6-8651-FAEA-B64673AA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E507-1015-88D7-A075-BCD6E6BC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E1544-6854-C8AC-92CE-02FE4CD026F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FD1A7B-763C-A91F-BAAE-0BCF0BC8888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5B7221-E409-DF52-B689-E58541105A43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D73F829-607D-553A-1957-62585CA25D6F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66EF2DFA-F033-839F-26F7-2DF738541FB4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4105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A752-B580-C366-BE63-A4C1CC7B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B8738-B8BF-2E3B-42FE-64D63590D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D00C1A-57F4-687B-C70B-3ABF47AC87E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75B8315-E78A-BCC8-E4F5-8451CDB4210C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F8FB36-254B-7184-20B9-0450CAD4F37F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C146F0A-4AB6-2CBB-10A6-EA1AE471390C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E93EDF89-36B9-6822-97C7-0C2B6E00BA1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14422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A4F-4516-4080-146F-B2BF6D4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8FF9-5639-A1C4-4DAB-E7D8D348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F476-06BF-CB03-EB90-2D241B68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45AF72-F50A-54E9-306C-258C8A248199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6E59DF8-EF30-3952-5DC6-11A8C7BDACC7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AB517E-BF7F-0803-BDB5-0C2DA987CF6A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2A4895B-B43A-1FC7-2541-5975591AE36C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E850634D-6664-4046-CA89-71C6145F225E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476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A4F-4516-4080-146F-B2BF6D4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8FF9-5639-A1C4-4DAB-E7D8D348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F476-06BF-CB03-EB90-2D241B68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45AF72-F50A-54E9-306C-258C8A248199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6E59DF8-EF30-3952-5DC6-11A8C7BDACC7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20158E-68F0-2FCE-4F7B-FF7C848A1A4D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B2F1F14-4535-1800-D01F-A5B36BF399C2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236DEF3A-FD01-3E7F-1E71-E5FED44A0F6E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465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E28-7C01-F0C1-C307-15DBC7E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443C-7E56-C6B2-B8D1-5390D6C0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27905-645E-42E3-A2A3-7FC6322B4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2505075"/>
            <a:ext cx="5157787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33-9EAF-8C3E-509B-C1C93E7DB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DC47B-F95D-808D-4A32-27A05116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8007F42-FB44-04B4-ADE8-9BA15142B120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56410-178A-F9BB-EE42-CEED9C02802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BC7127-4A32-24FB-31BB-B43B7D096088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31685329-5A67-F035-28F6-9394B0350047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2A4E109E-8001-003A-206D-B7DD388797BB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143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E28-7C01-F0C1-C307-15DBC7E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443C-7E56-C6B2-B8D1-5390D6C0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90688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27905-645E-42E3-A2A3-7FC6322B4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33-9EAF-8C3E-509B-C1C93E7DB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DC47B-F95D-808D-4A32-27A05116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8007F42-FB44-04B4-ADE8-9BA15142B120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56410-178A-F9BB-EE42-CEED9C02802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1756A1-AF65-050C-048C-4845D441CF55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554EABF-0A42-DB60-C481-C9A69F76AD20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7621F593-E5A7-034F-0097-C7360770D497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5821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41A1-1AB8-1C74-D99C-ADF9790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B3A9889-95A0-C30C-DAF5-023FD5F9F1A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6EF9432-6A99-EF8D-CD1D-79C2C2695599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 b="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34E31A-2765-9F9B-EBD5-454C21709325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DA230EDC-9B85-F0A5-CCD9-E0D381815481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60643535-A625-5AA4-E8B0-173712AB09C9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39157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41A1-1AB8-1C74-D99C-ADF9790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B3A9889-95A0-C30C-DAF5-023FD5F9F1A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6EF9432-6A99-EF8D-CD1D-79C2C2695599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 b="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FA047B-5185-2A4D-EC1C-8E029D05EF44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856D7C5-9790-A420-BF0C-9208A4514F9B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lowchart: Process 4">
              <a:extLst>
                <a:ext uri="{FF2B5EF4-FFF2-40B4-BE49-F238E27FC236}">
                  <a16:creationId xmlns:a16="http://schemas.microsoft.com/office/drawing/2014/main" id="{800E9062-E938-6917-9265-95544C7B4930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1424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9409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E13-7F8C-DCF4-3584-D3E2489B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3CA3-4FD2-B3BF-AE0A-819DD887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1BB76-526D-3CFC-0601-1A35B158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D1A1175-7DD9-D1BD-79E2-2ACE26C855E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FB09BC9-CDAC-FC7B-2013-8281A48B1D36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143563-F11B-20BB-4B57-731680636444}"/>
              </a:ext>
            </a:extLst>
          </p:cNvPr>
          <p:cNvGrpSpPr/>
          <p:nvPr userDrawn="1"/>
        </p:nvGrpSpPr>
        <p:grpSpPr>
          <a:xfrm>
            <a:off x="0" y="698788"/>
            <a:ext cx="720436" cy="577273"/>
            <a:chOff x="0" y="792378"/>
            <a:chExt cx="720436" cy="577273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8652C88-9FD0-55B7-A8B3-9C35C691745E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67EAA043-E80E-76E4-3E76-28B808AD3CB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73580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E13-7F8C-DCF4-3584-D3E2489B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3CA3-4FD2-B3BF-AE0A-819DD887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1BB76-526D-3CFC-0601-1A35B158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D1A1175-7DD9-D1BD-79E2-2ACE26C855E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FB09BC9-CDAC-FC7B-2013-8281A48B1D36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36FD95-CF23-E25B-FB85-8353DBC4A8D0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7A8A060-C4A8-94B5-EED3-E81E4D86D4A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05BA8EB5-9EF6-0EC6-6ABD-CCEDCBB13BF6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35916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4B78-A5DE-3C9A-39CC-A9F7E5C0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A80F-9A91-79FF-754C-DF58264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3614-C16D-06B0-9F50-38640730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9C52A3-30F5-7D4B-1900-88A41F9B9FA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6CC2133-898A-5D03-9873-0B1557499DC1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8ED719-A76F-C736-6D5A-3D4C8BE27880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45DF9859-D4D0-0B91-6155-FFAB256CCC8B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5FB1EC90-8DF8-2A76-A9DD-60D22DAC2B2A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30438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4B78-A5DE-3C9A-39CC-A9F7E5C0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A80F-9A91-79FF-754C-DF58264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3614-C16D-06B0-9F50-38640730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9C52A3-30F5-7D4B-1900-88A41F9B9FA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6CC2133-898A-5D03-9873-0B1557499DC1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F8CB46-3989-7649-FD41-279A5BF1C211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E5DAA43-F867-A354-7FF1-8D95A9E784AB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79B0873A-4650-1149-374E-71835FC31DB2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10951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A0A2-6C1D-5029-F526-CEAF5FA3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2458B-2361-0E01-2F6B-023100407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58D653ED-D5CB-D4CA-71BB-9F107DE022C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98B7FB20-8D89-FD4C-3CB1-5085BAE3E3AF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90130E-C644-37C9-7A5C-08042D6C4E0C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C71B3FB-F8CB-2EAB-2870-4F915AD4D982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E1CF3866-84D7-1E27-DF9D-58A472BE7F17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19438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34241-7329-DD9A-8323-A037B9BAB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73036-12E8-5A8B-A2C0-1A63111D4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83F95FDD-F117-4F77-0BD2-D2C6739562D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8145DB5-C58C-DA2B-5200-177A22A0FC18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EECEE0-982D-661D-1810-FA0A07F03176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29AA956-2026-BAD2-42E9-3BB087592A2D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4DEC349B-5229-116E-0DB8-46CF7CD292F3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89147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9FFE9E-28DE-E7C2-7D06-F997774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43B18-D487-C9CF-5998-632135A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735F660-E396-C835-B9D7-6D02ECEA2F4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D7D1C96-38E9-212C-A04B-F3BDB1AE294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6ECC04-3764-CED5-AA3E-7221BC612912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634644DE-3B1D-F974-1A91-03FB4E65CE2A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F4EF12E7-0224-47F5-2A6D-A03E1CE4D27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085346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9FFE9E-28DE-E7C2-7D06-F997774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43B18-D487-C9CF-5998-632135A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735F660-E396-C835-B9D7-6D02ECEA2F4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D7D1C96-38E9-212C-A04B-F3BDB1AE294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29CE83-9471-FCF8-F673-7BE74B2D7291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B0D4506-48D4-0820-D8C2-D3115D5DDD50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24597569-764F-7719-DEE8-A0AB4FEA6325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60013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>
            <a:extLst>
              <a:ext uri="{FF2B5EF4-FFF2-40B4-BE49-F238E27FC236}">
                <a16:creationId xmlns:a16="http://schemas.microsoft.com/office/drawing/2014/main" id="{BB213975-9A7F-40E2-B6CB-144882490AC1}"/>
              </a:ext>
            </a:extLst>
          </p:cNvPr>
          <p:cNvSpPr txBox="1"/>
          <p:nvPr userDrawn="1"/>
        </p:nvSpPr>
        <p:spPr>
          <a:xfrm>
            <a:off x="814695" y="1081890"/>
            <a:ext cx="388621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Where Technology, Strategy &amp; Innovation Meet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3DEED92C-0F9A-1BF1-1886-36276198B1EE}"/>
              </a:ext>
            </a:extLst>
          </p:cNvPr>
          <p:cNvSpPr txBox="1"/>
          <p:nvPr userDrawn="1"/>
        </p:nvSpPr>
        <p:spPr>
          <a:xfrm>
            <a:off x="835288" y="2775740"/>
            <a:ext cx="4531358" cy="280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Delivering Modern-Day Data Management Solutions To Amplify and Enhance Your Business Potential! </a:t>
            </a:r>
          </a:p>
          <a:p>
            <a:pPr algn="l">
              <a:lnSpc>
                <a:spcPct val="100000"/>
              </a:lnSpc>
            </a:pPr>
            <a:endParaRPr lang="en-US" sz="1400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lang="en-US" sz="140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DataINFA</a:t>
            </a: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,  Leveraging cutting-edge Informatica and Microsoft technologies, we offer end-to-end Data Management solutions designed to transform how you govern, integrate, and analyze data. From Data Governance and Master Data Management (MDM) to AI-powered analytics, our approach ensures that your data becomes an engine for innovation, efficiency, and competitive advantage.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B8FB663-F414-5507-B75B-816FE3F6CE32}"/>
              </a:ext>
            </a:extLst>
          </p:cNvPr>
          <p:cNvSpPr/>
          <p:nvPr userDrawn="1"/>
        </p:nvSpPr>
        <p:spPr>
          <a:xfrm>
            <a:off x="6096000" y="1714373"/>
            <a:ext cx="437282" cy="702256"/>
          </a:xfrm>
          <a:custGeom>
            <a:avLst/>
            <a:gdLst/>
            <a:ahLst/>
            <a:cxnLst/>
            <a:rect l="l" t="t" r="r" b="b"/>
            <a:pathLst>
              <a:path w="484555" h="745470">
                <a:moveTo>
                  <a:pt x="0" y="0"/>
                </a:moveTo>
                <a:lnTo>
                  <a:pt x="484555" y="0"/>
                </a:lnTo>
                <a:lnTo>
                  <a:pt x="484555" y="745470"/>
                </a:lnTo>
                <a:lnTo>
                  <a:pt x="0" y="74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50801C77-454F-FECC-60F9-4FF7E42CABAC}"/>
              </a:ext>
            </a:extLst>
          </p:cNvPr>
          <p:cNvSpPr/>
          <p:nvPr userDrawn="1"/>
        </p:nvSpPr>
        <p:spPr>
          <a:xfrm>
            <a:off x="8198771" y="1714373"/>
            <a:ext cx="596218" cy="702256"/>
          </a:xfrm>
          <a:custGeom>
            <a:avLst/>
            <a:gdLst/>
            <a:ahLst/>
            <a:cxnLst/>
            <a:rect l="l" t="t" r="r" b="b"/>
            <a:pathLst>
              <a:path w="660673" h="745470">
                <a:moveTo>
                  <a:pt x="0" y="0"/>
                </a:moveTo>
                <a:lnTo>
                  <a:pt x="660673" y="0"/>
                </a:lnTo>
                <a:lnTo>
                  <a:pt x="660673" y="745470"/>
                </a:lnTo>
                <a:lnTo>
                  <a:pt x="0" y="745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DFB73905-B749-4DD4-9B09-2AB4B4A0AA6E}"/>
              </a:ext>
            </a:extLst>
          </p:cNvPr>
          <p:cNvSpPr/>
          <p:nvPr userDrawn="1"/>
        </p:nvSpPr>
        <p:spPr>
          <a:xfrm>
            <a:off x="10163357" y="1707324"/>
            <a:ext cx="678116" cy="634425"/>
          </a:xfrm>
          <a:custGeom>
            <a:avLst/>
            <a:gdLst/>
            <a:ahLst/>
            <a:cxnLst/>
            <a:rect l="l" t="t" r="r" b="b"/>
            <a:pathLst>
              <a:path w="751425" h="673465">
                <a:moveTo>
                  <a:pt x="0" y="0"/>
                </a:moveTo>
                <a:lnTo>
                  <a:pt x="751424" y="0"/>
                </a:lnTo>
                <a:lnTo>
                  <a:pt x="751424" y="673464"/>
                </a:lnTo>
                <a:lnTo>
                  <a:pt x="0" y="673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8CD836DA-A83C-87E9-E3A6-122255B608E9}"/>
              </a:ext>
            </a:extLst>
          </p:cNvPr>
          <p:cNvSpPr/>
          <p:nvPr userDrawn="1"/>
        </p:nvSpPr>
        <p:spPr>
          <a:xfrm>
            <a:off x="8103345" y="3581454"/>
            <a:ext cx="851977" cy="735738"/>
          </a:xfrm>
          <a:custGeom>
            <a:avLst/>
            <a:gdLst/>
            <a:ahLst/>
            <a:cxnLst/>
            <a:rect l="l" t="t" r="r" b="b"/>
            <a:pathLst>
              <a:path w="944081" h="781013">
                <a:moveTo>
                  <a:pt x="0" y="0"/>
                </a:moveTo>
                <a:lnTo>
                  <a:pt x="944082" y="0"/>
                </a:lnTo>
                <a:lnTo>
                  <a:pt x="944082" y="781013"/>
                </a:lnTo>
                <a:lnTo>
                  <a:pt x="0" y="7810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7074207-4585-CCEF-BC8D-8F9A56DF976D}"/>
              </a:ext>
            </a:extLst>
          </p:cNvPr>
          <p:cNvSpPr/>
          <p:nvPr userDrawn="1"/>
        </p:nvSpPr>
        <p:spPr>
          <a:xfrm>
            <a:off x="10110690" y="3581454"/>
            <a:ext cx="602016" cy="622050"/>
          </a:xfrm>
          <a:custGeom>
            <a:avLst/>
            <a:gdLst/>
            <a:ahLst/>
            <a:cxnLst/>
            <a:rect l="l" t="t" r="r" b="b"/>
            <a:pathLst>
              <a:path w="667098" h="660329">
                <a:moveTo>
                  <a:pt x="0" y="0"/>
                </a:moveTo>
                <a:lnTo>
                  <a:pt x="667098" y="0"/>
                </a:lnTo>
                <a:lnTo>
                  <a:pt x="667098" y="660329"/>
                </a:lnTo>
                <a:lnTo>
                  <a:pt x="0" y="6603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B30E1B16-E7F1-906F-6F3A-0A0F89FA2E0E}"/>
              </a:ext>
            </a:extLst>
          </p:cNvPr>
          <p:cNvSpPr txBox="1"/>
          <p:nvPr userDrawn="1"/>
        </p:nvSpPr>
        <p:spPr>
          <a:xfrm>
            <a:off x="6165248" y="2540868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2021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1B70E8A5-8C90-B49C-709C-75224F320676}"/>
              </a:ext>
            </a:extLst>
          </p:cNvPr>
          <p:cNvSpPr txBox="1"/>
          <p:nvPr userDrawn="1"/>
        </p:nvSpPr>
        <p:spPr>
          <a:xfrm>
            <a:off x="6165248" y="2866681"/>
            <a:ext cx="1346324" cy="172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Founded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F392647A-C718-3461-D074-9C9154FED1E5}"/>
              </a:ext>
            </a:extLst>
          </p:cNvPr>
          <p:cNvSpPr txBox="1"/>
          <p:nvPr userDrawn="1"/>
        </p:nvSpPr>
        <p:spPr>
          <a:xfrm>
            <a:off x="8220305" y="2540868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100+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312B4DCB-4259-10E0-B9BB-C99D3149379D}"/>
              </a:ext>
            </a:extLst>
          </p:cNvPr>
          <p:cNvSpPr txBox="1"/>
          <p:nvPr userDrawn="1"/>
        </p:nvSpPr>
        <p:spPr>
          <a:xfrm>
            <a:off x="8220305" y="2876618"/>
            <a:ext cx="1660580" cy="345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Experienced Processionals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8964807E-2D7B-33A8-63F6-1AD7ED8507DF}"/>
              </a:ext>
            </a:extLst>
          </p:cNvPr>
          <p:cNvSpPr txBox="1"/>
          <p:nvPr userDrawn="1"/>
        </p:nvSpPr>
        <p:spPr>
          <a:xfrm>
            <a:off x="10184891" y="2540868"/>
            <a:ext cx="1593140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CMMI 3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4BB53E7D-1A5C-DD3F-842A-69CCD4F4F359}"/>
              </a:ext>
            </a:extLst>
          </p:cNvPr>
          <p:cNvSpPr txBox="1"/>
          <p:nvPr userDrawn="1"/>
        </p:nvSpPr>
        <p:spPr>
          <a:xfrm>
            <a:off x="10184891" y="2925293"/>
            <a:ext cx="99317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Model Company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3178D623-22E1-08AC-F625-1E7E2F1E2E24}"/>
              </a:ext>
            </a:extLst>
          </p:cNvPr>
          <p:cNvSpPr txBox="1"/>
          <p:nvPr userDrawn="1"/>
        </p:nvSpPr>
        <p:spPr>
          <a:xfrm>
            <a:off x="6160294" y="4496654"/>
            <a:ext cx="1346324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Partner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EA4988B1-B2F3-D8F1-EFA5-656412FF4084}"/>
              </a:ext>
            </a:extLst>
          </p:cNvPr>
          <p:cNvSpPr txBox="1"/>
          <p:nvPr userDrawn="1"/>
        </p:nvSpPr>
        <p:spPr>
          <a:xfrm>
            <a:off x="6140271" y="4887399"/>
            <a:ext cx="2007345" cy="172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Informatica Implementation 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96F38581-A92B-4D87-4B64-649900F70687}"/>
              </a:ext>
            </a:extLst>
          </p:cNvPr>
          <p:cNvSpPr txBox="1"/>
          <p:nvPr userDrawn="1"/>
        </p:nvSpPr>
        <p:spPr>
          <a:xfrm>
            <a:off x="8151059" y="4496654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10+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AC246D3D-9491-56AB-2256-E8755B7EF72D}"/>
              </a:ext>
            </a:extLst>
          </p:cNvPr>
          <p:cNvSpPr txBox="1"/>
          <p:nvPr userDrawn="1"/>
        </p:nvSpPr>
        <p:spPr>
          <a:xfrm>
            <a:off x="8147616" y="4859542"/>
            <a:ext cx="126945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Active Partnerships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07DE2942-352E-8A73-FC69-7D2B5F6709AB}"/>
              </a:ext>
            </a:extLst>
          </p:cNvPr>
          <p:cNvSpPr txBox="1"/>
          <p:nvPr userDrawn="1"/>
        </p:nvSpPr>
        <p:spPr>
          <a:xfrm>
            <a:off x="10115644" y="4496654"/>
            <a:ext cx="1689822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Global</a:t>
            </a: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F7655277-6162-7DD9-26A8-A9BC7EF08F20}"/>
              </a:ext>
            </a:extLst>
          </p:cNvPr>
          <p:cNvSpPr txBox="1"/>
          <p:nvPr userDrawn="1"/>
        </p:nvSpPr>
        <p:spPr>
          <a:xfrm>
            <a:off x="10110690" y="4912695"/>
            <a:ext cx="165743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Presence - India, Dubai, USA</a:t>
            </a:r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42C82A71-C90B-3E95-2BEE-E2F9A53423F3}"/>
              </a:ext>
            </a:extLst>
          </p:cNvPr>
          <p:cNvSpPr/>
          <p:nvPr userDrawn="1"/>
        </p:nvSpPr>
        <p:spPr>
          <a:xfrm>
            <a:off x="6096000" y="3391086"/>
            <a:ext cx="960643" cy="1002787"/>
          </a:xfrm>
          <a:custGeom>
            <a:avLst/>
            <a:gdLst/>
            <a:ahLst/>
            <a:cxnLst/>
            <a:rect l="l" t="t" r="r" b="b"/>
            <a:pathLst>
              <a:path w="1064495" h="1064495">
                <a:moveTo>
                  <a:pt x="0" y="0"/>
                </a:moveTo>
                <a:lnTo>
                  <a:pt x="1064495" y="0"/>
                </a:lnTo>
                <a:lnTo>
                  <a:pt x="1064495" y="1064495"/>
                </a:lnTo>
                <a:lnTo>
                  <a:pt x="0" y="10644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30" name="Freeform 8">
            <a:extLst>
              <a:ext uri="{FF2B5EF4-FFF2-40B4-BE49-F238E27FC236}">
                <a16:creationId xmlns:a16="http://schemas.microsoft.com/office/drawing/2014/main" id="{1A7C4070-53D4-175E-B7EC-046777DCB783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0C7410D5-3AA7-7E86-28CE-03B2371BCED2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34DCA1-7B01-74F7-1165-3B1EEECCBBE7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935CC48-223F-5119-BE23-DD45789B0D57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lowchart: Process 33">
              <a:extLst>
                <a:ext uri="{FF2B5EF4-FFF2-40B4-BE49-F238E27FC236}">
                  <a16:creationId xmlns:a16="http://schemas.microsoft.com/office/drawing/2014/main" id="{BA81BDA7-76F2-229B-3767-BA3A14E22DCE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424138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556DA2-BA5B-400A-C1FF-C7504F9471E4}"/>
              </a:ext>
            </a:extLst>
          </p:cNvPr>
          <p:cNvGrpSpPr/>
          <p:nvPr userDrawn="1"/>
        </p:nvGrpSpPr>
        <p:grpSpPr>
          <a:xfrm>
            <a:off x="751761" y="1247172"/>
            <a:ext cx="10985534" cy="4628575"/>
            <a:chOff x="1286712" y="1473356"/>
            <a:chExt cx="15659651" cy="7641622"/>
          </a:xfrm>
        </p:grpSpPr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9DB937FB-6518-2EB2-C8F2-96AC4D3C4183}"/>
                </a:ext>
              </a:extLst>
            </p:cNvPr>
            <p:cNvSpPr/>
            <p:nvPr userDrawn="1"/>
          </p:nvSpPr>
          <p:spPr>
            <a:xfrm>
              <a:off x="1348361" y="1633602"/>
              <a:ext cx="696004" cy="634234"/>
            </a:xfrm>
            <a:custGeom>
              <a:avLst/>
              <a:gdLst/>
              <a:ahLst/>
              <a:cxnLst/>
              <a:rect l="l" t="t" r="r" b="b"/>
              <a:pathLst>
                <a:path w="696004" h="634234">
                  <a:moveTo>
                    <a:pt x="0" y="0"/>
                  </a:moveTo>
                  <a:lnTo>
                    <a:pt x="696004" y="0"/>
                  </a:lnTo>
                  <a:lnTo>
                    <a:pt x="696004" y="634233"/>
                  </a:lnTo>
                  <a:lnTo>
                    <a:pt x="0" y="63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E916D69E-5FBA-B449-2CC8-8C4022FBAF85}"/>
                </a:ext>
              </a:extLst>
            </p:cNvPr>
            <p:cNvSpPr/>
            <p:nvPr userDrawn="1"/>
          </p:nvSpPr>
          <p:spPr>
            <a:xfrm>
              <a:off x="5541049" y="1633602"/>
              <a:ext cx="776574" cy="621259"/>
            </a:xfrm>
            <a:custGeom>
              <a:avLst/>
              <a:gdLst/>
              <a:ahLst/>
              <a:cxnLst/>
              <a:rect l="l" t="t" r="r" b="b"/>
              <a:pathLst>
                <a:path w="776574" h="621259">
                  <a:moveTo>
                    <a:pt x="0" y="0"/>
                  </a:moveTo>
                  <a:lnTo>
                    <a:pt x="776574" y="0"/>
                  </a:lnTo>
                  <a:lnTo>
                    <a:pt x="776574" y="621259"/>
                  </a:lnTo>
                  <a:lnTo>
                    <a:pt x="0" y="62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6">
              <a:extLst>
                <a:ext uri="{FF2B5EF4-FFF2-40B4-BE49-F238E27FC236}">
                  <a16:creationId xmlns:a16="http://schemas.microsoft.com/office/drawing/2014/main" id="{E11CD0FA-B376-68EC-CD95-631F66E42EE3}"/>
                </a:ext>
              </a:extLst>
            </p:cNvPr>
            <p:cNvSpPr txBox="1"/>
            <p:nvPr userDrawn="1"/>
          </p:nvSpPr>
          <p:spPr>
            <a:xfrm>
              <a:off x="5541049" y="2477385"/>
              <a:ext cx="3333476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Business Analysis &amp; Advisory Consulting</a:t>
              </a:r>
            </a:p>
          </p:txBody>
        </p:sp>
        <p:sp>
          <p:nvSpPr>
            <p:cNvPr id="57" name="TextBox 7">
              <a:extLst>
                <a:ext uri="{FF2B5EF4-FFF2-40B4-BE49-F238E27FC236}">
                  <a16:creationId xmlns:a16="http://schemas.microsoft.com/office/drawing/2014/main" id="{396C435A-E19F-3E76-44D0-FF84451B0BF4}"/>
                </a:ext>
              </a:extLst>
            </p:cNvPr>
            <p:cNvSpPr txBox="1"/>
            <p:nvPr userDrawn="1"/>
          </p:nvSpPr>
          <p:spPr>
            <a:xfrm>
              <a:off x="5541049" y="3590001"/>
              <a:ext cx="3333476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Align IT with business goals for smarter, faster growth</a:t>
              </a:r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A196DB4E-2A87-06E7-2259-200EBAB66FCC}"/>
                </a:ext>
              </a:extLst>
            </p:cNvPr>
            <p:cNvSpPr/>
            <p:nvPr userDrawn="1"/>
          </p:nvSpPr>
          <p:spPr>
            <a:xfrm>
              <a:off x="9682517" y="1629443"/>
              <a:ext cx="963104" cy="456270"/>
            </a:xfrm>
            <a:custGeom>
              <a:avLst/>
              <a:gdLst/>
              <a:ahLst/>
              <a:cxnLst/>
              <a:rect l="l" t="t" r="r" b="b"/>
              <a:pathLst>
                <a:path w="963104" h="456270">
                  <a:moveTo>
                    <a:pt x="0" y="0"/>
                  </a:moveTo>
                  <a:lnTo>
                    <a:pt x="963104" y="0"/>
                  </a:lnTo>
                  <a:lnTo>
                    <a:pt x="963104" y="456271"/>
                  </a:lnTo>
                  <a:lnTo>
                    <a:pt x="0" y="45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55C34E83-D515-00E0-8925-966268090E78}"/>
                </a:ext>
              </a:extLst>
            </p:cNvPr>
            <p:cNvSpPr/>
            <p:nvPr userDrawn="1"/>
          </p:nvSpPr>
          <p:spPr>
            <a:xfrm>
              <a:off x="13718435" y="1473356"/>
              <a:ext cx="714119" cy="612357"/>
            </a:xfrm>
            <a:custGeom>
              <a:avLst/>
              <a:gdLst/>
              <a:ahLst/>
              <a:cxnLst/>
              <a:rect l="l" t="t" r="r" b="b"/>
              <a:pathLst>
                <a:path w="714119" h="612357">
                  <a:moveTo>
                    <a:pt x="0" y="0"/>
                  </a:moveTo>
                  <a:lnTo>
                    <a:pt x="714119" y="0"/>
                  </a:lnTo>
                  <a:lnTo>
                    <a:pt x="714119" y="612358"/>
                  </a:lnTo>
                  <a:lnTo>
                    <a:pt x="0" y="61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6D4D179A-9000-239D-7F77-79F335A6B0D5}"/>
                </a:ext>
              </a:extLst>
            </p:cNvPr>
            <p:cNvSpPr/>
            <p:nvPr userDrawn="1"/>
          </p:nvSpPr>
          <p:spPr>
            <a:xfrm>
              <a:off x="9682517" y="5662471"/>
              <a:ext cx="757653" cy="767244"/>
            </a:xfrm>
            <a:custGeom>
              <a:avLst/>
              <a:gdLst/>
              <a:ahLst/>
              <a:cxnLst/>
              <a:rect l="l" t="t" r="r" b="b"/>
              <a:pathLst>
                <a:path w="757653" h="767244">
                  <a:moveTo>
                    <a:pt x="0" y="0"/>
                  </a:moveTo>
                  <a:lnTo>
                    <a:pt x="757653" y="0"/>
                  </a:lnTo>
                  <a:lnTo>
                    <a:pt x="757653" y="767243"/>
                  </a:lnTo>
                  <a:lnTo>
                    <a:pt x="0" y="767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8DCAC9D0-4236-6F8D-384B-CC3E063A2DD2}"/>
                </a:ext>
              </a:extLst>
            </p:cNvPr>
            <p:cNvSpPr/>
            <p:nvPr userDrawn="1"/>
          </p:nvSpPr>
          <p:spPr>
            <a:xfrm>
              <a:off x="5554316" y="5731659"/>
              <a:ext cx="841294" cy="628867"/>
            </a:xfrm>
            <a:custGeom>
              <a:avLst/>
              <a:gdLst/>
              <a:ahLst/>
              <a:cxnLst/>
              <a:rect l="l" t="t" r="r" b="b"/>
              <a:pathLst>
                <a:path w="841294" h="628867">
                  <a:moveTo>
                    <a:pt x="0" y="0"/>
                  </a:moveTo>
                  <a:lnTo>
                    <a:pt x="841294" y="0"/>
                  </a:lnTo>
                  <a:lnTo>
                    <a:pt x="841294" y="628867"/>
                  </a:lnTo>
                  <a:lnTo>
                    <a:pt x="0" y="62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A8EB177A-51CC-859E-6BD4-2DF4B70D3E52}"/>
                </a:ext>
              </a:extLst>
            </p:cNvPr>
            <p:cNvSpPr/>
            <p:nvPr userDrawn="1"/>
          </p:nvSpPr>
          <p:spPr>
            <a:xfrm>
              <a:off x="1348361" y="5826909"/>
              <a:ext cx="621006" cy="628867"/>
            </a:xfrm>
            <a:custGeom>
              <a:avLst/>
              <a:gdLst/>
              <a:ahLst/>
              <a:cxnLst/>
              <a:rect l="l" t="t" r="r" b="b"/>
              <a:pathLst>
                <a:path w="621006" h="628867">
                  <a:moveTo>
                    <a:pt x="0" y="0"/>
                  </a:moveTo>
                  <a:lnTo>
                    <a:pt x="621006" y="0"/>
                  </a:lnTo>
                  <a:lnTo>
                    <a:pt x="621006" y="628867"/>
                  </a:lnTo>
                  <a:lnTo>
                    <a:pt x="0" y="62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C2AD9CE6-F09F-7576-C663-2FF647A7D995}"/>
                </a:ext>
              </a:extLst>
            </p:cNvPr>
            <p:cNvSpPr/>
            <p:nvPr userDrawn="1"/>
          </p:nvSpPr>
          <p:spPr>
            <a:xfrm>
              <a:off x="13824845" y="5731659"/>
              <a:ext cx="704604" cy="620051"/>
            </a:xfrm>
            <a:custGeom>
              <a:avLst/>
              <a:gdLst/>
              <a:ahLst/>
              <a:cxnLst/>
              <a:rect l="l" t="t" r="r" b="b"/>
              <a:pathLst>
                <a:path w="704604" h="620051">
                  <a:moveTo>
                    <a:pt x="0" y="0"/>
                  </a:moveTo>
                  <a:lnTo>
                    <a:pt x="704603" y="0"/>
                  </a:lnTo>
                  <a:lnTo>
                    <a:pt x="704603" y="620051"/>
                  </a:lnTo>
                  <a:lnTo>
                    <a:pt x="0" y="620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14">
              <a:extLst>
                <a:ext uri="{FF2B5EF4-FFF2-40B4-BE49-F238E27FC236}">
                  <a16:creationId xmlns:a16="http://schemas.microsoft.com/office/drawing/2014/main" id="{7D231C79-8440-3D5A-52A5-F69225A261AD}"/>
                </a:ext>
              </a:extLst>
            </p:cNvPr>
            <p:cNvSpPr txBox="1"/>
            <p:nvPr userDrawn="1"/>
          </p:nvSpPr>
          <p:spPr>
            <a:xfrm>
              <a:off x="1286712" y="2477385"/>
              <a:ext cx="3745205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Professional Services &amp; Consulting</a:t>
              </a:r>
            </a:p>
          </p:txBody>
        </p:sp>
        <p:sp>
          <p:nvSpPr>
            <p:cNvPr id="65" name="TextBox 15">
              <a:extLst>
                <a:ext uri="{FF2B5EF4-FFF2-40B4-BE49-F238E27FC236}">
                  <a16:creationId xmlns:a16="http://schemas.microsoft.com/office/drawing/2014/main" id="{F5BCD26D-643A-77C1-12CF-E67160D132F7}"/>
                </a:ext>
              </a:extLst>
            </p:cNvPr>
            <p:cNvSpPr txBox="1"/>
            <p:nvPr userDrawn="1"/>
          </p:nvSpPr>
          <p:spPr>
            <a:xfrm>
              <a:off x="1286712" y="3590001"/>
              <a:ext cx="3446348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Customized solutions to enhance efficiency and innovation</a:t>
              </a:r>
            </a:p>
          </p:txBody>
        </p:sp>
        <p:sp>
          <p:nvSpPr>
            <p:cNvPr id="66" name="TextBox 16">
              <a:extLst>
                <a:ext uri="{FF2B5EF4-FFF2-40B4-BE49-F238E27FC236}">
                  <a16:creationId xmlns:a16="http://schemas.microsoft.com/office/drawing/2014/main" id="{20BE2B99-9E10-E9E5-5F7F-E461CBBC4611}"/>
                </a:ext>
              </a:extLst>
            </p:cNvPr>
            <p:cNvSpPr txBox="1"/>
            <p:nvPr userDrawn="1"/>
          </p:nvSpPr>
          <p:spPr>
            <a:xfrm>
              <a:off x="1286712" y="6579600"/>
              <a:ext cx="1976615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Pre-Sales Consulting</a:t>
              </a:r>
            </a:p>
          </p:txBody>
        </p:sp>
        <p:sp>
          <p:nvSpPr>
            <p:cNvPr id="67" name="TextBox 17">
              <a:extLst>
                <a:ext uri="{FF2B5EF4-FFF2-40B4-BE49-F238E27FC236}">
                  <a16:creationId xmlns:a16="http://schemas.microsoft.com/office/drawing/2014/main" id="{A2AA04E2-4B9E-E778-5790-E7AEC1F3436E}"/>
                </a:ext>
              </a:extLst>
            </p:cNvPr>
            <p:cNvSpPr txBox="1"/>
            <p:nvPr userDrawn="1"/>
          </p:nvSpPr>
          <p:spPr>
            <a:xfrm>
              <a:off x="1286712" y="7692216"/>
              <a:ext cx="2931450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Expert analysis to select and deploy ideal solutions</a:t>
              </a:r>
            </a:p>
          </p:txBody>
        </p:sp>
        <p:sp>
          <p:nvSpPr>
            <p:cNvPr id="68" name="TextBox 18">
              <a:extLst>
                <a:ext uri="{FF2B5EF4-FFF2-40B4-BE49-F238E27FC236}">
                  <a16:creationId xmlns:a16="http://schemas.microsoft.com/office/drawing/2014/main" id="{3D94373D-54D5-EFA8-6031-44E33776485F}"/>
                </a:ext>
              </a:extLst>
            </p:cNvPr>
            <p:cNvSpPr txBox="1"/>
            <p:nvPr userDrawn="1"/>
          </p:nvSpPr>
          <p:spPr>
            <a:xfrm>
              <a:off x="5554316" y="6579602"/>
              <a:ext cx="3120699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EDM - Strategy &amp; Implementation</a:t>
              </a:r>
            </a:p>
          </p:txBody>
        </p:sp>
        <p:sp>
          <p:nvSpPr>
            <p:cNvPr id="69" name="TextBox 19">
              <a:extLst>
                <a:ext uri="{FF2B5EF4-FFF2-40B4-BE49-F238E27FC236}">
                  <a16:creationId xmlns:a16="http://schemas.microsoft.com/office/drawing/2014/main" id="{F697D57B-7833-133C-D59C-B693647C8C21}"/>
                </a:ext>
              </a:extLst>
            </p:cNvPr>
            <p:cNvSpPr txBox="1"/>
            <p:nvPr userDrawn="1"/>
          </p:nvSpPr>
          <p:spPr>
            <a:xfrm>
              <a:off x="5554316" y="7692218"/>
              <a:ext cx="2795016" cy="14227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Design and implement strategies to maximize data value</a:t>
              </a:r>
            </a:p>
          </p:txBody>
        </p:sp>
        <p:sp>
          <p:nvSpPr>
            <p:cNvPr id="70" name="TextBox 20">
              <a:extLst>
                <a:ext uri="{FF2B5EF4-FFF2-40B4-BE49-F238E27FC236}">
                  <a16:creationId xmlns:a16="http://schemas.microsoft.com/office/drawing/2014/main" id="{B0EF2BF6-043D-2293-F232-08A6BA359209}"/>
                </a:ext>
              </a:extLst>
            </p:cNvPr>
            <p:cNvSpPr txBox="1"/>
            <p:nvPr userDrawn="1"/>
          </p:nvSpPr>
          <p:spPr>
            <a:xfrm>
              <a:off x="9689150" y="6570785"/>
              <a:ext cx="3227928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Informatica &amp; Microsoft Expertise</a:t>
              </a:r>
            </a:p>
          </p:txBody>
        </p:sp>
        <p:sp>
          <p:nvSpPr>
            <p:cNvPr id="71" name="TextBox 21">
              <a:extLst>
                <a:ext uri="{FF2B5EF4-FFF2-40B4-BE49-F238E27FC236}">
                  <a16:creationId xmlns:a16="http://schemas.microsoft.com/office/drawing/2014/main" id="{AD2202DB-BA6C-472B-2B03-1B040E47B948}"/>
                </a:ext>
              </a:extLst>
            </p:cNvPr>
            <p:cNvSpPr txBox="1"/>
            <p:nvPr userDrawn="1"/>
          </p:nvSpPr>
          <p:spPr>
            <a:xfrm>
              <a:off x="9689149" y="7683400"/>
              <a:ext cx="2931450" cy="1067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Expert integration for optimized performance and ROI</a:t>
              </a:r>
            </a:p>
          </p:txBody>
        </p: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5E9BFB75-C598-F852-8705-765FBE4B208A}"/>
                </a:ext>
              </a:extLst>
            </p:cNvPr>
            <p:cNvSpPr txBox="1"/>
            <p:nvPr userDrawn="1"/>
          </p:nvSpPr>
          <p:spPr>
            <a:xfrm>
              <a:off x="13718434" y="2468570"/>
              <a:ext cx="2497803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Cloud Modernization</a:t>
              </a:r>
            </a:p>
          </p:txBody>
        </p:sp>
        <p:sp>
          <p:nvSpPr>
            <p:cNvPr id="73" name="TextBox 23">
              <a:extLst>
                <a:ext uri="{FF2B5EF4-FFF2-40B4-BE49-F238E27FC236}">
                  <a16:creationId xmlns:a16="http://schemas.microsoft.com/office/drawing/2014/main" id="{706D4D2D-07D3-089E-8A43-777341A21566}"/>
                </a:ext>
              </a:extLst>
            </p:cNvPr>
            <p:cNvSpPr txBox="1"/>
            <p:nvPr userDrawn="1"/>
          </p:nvSpPr>
          <p:spPr>
            <a:xfrm>
              <a:off x="13718435" y="3581186"/>
              <a:ext cx="2963129" cy="1067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Secure, scalable modernization for greater agility</a:t>
              </a:r>
            </a:p>
          </p:txBody>
        </p:sp>
        <p:sp>
          <p:nvSpPr>
            <p:cNvPr id="74" name="TextBox 24">
              <a:extLst>
                <a:ext uri="{FF2B5EF4-FFF2-40B4-BE49-F238E27FC236}">
                  <a16:creationId xmlns:a16="http://schemas.microsoft.com/office/drawing/2014/main" id="{48256DEE-3A6F-1CDA-4D0B-64896774E724}"/>
                </a:ext>
              </a:extLst>
            </p:cNvPr>
            <p:cNvSpPr txBox="1"/>
            <p:nvPr userDrawn="1"/>
          </p:nvSpPr>
          <p:spPr>
            <a:xfrm>
              <a:off x="13718435" y="6570784"/>
              <a:ext cx="3227928" cy="914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MDM 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Implementation</a:t>
              </a:r>
            </a:p>
          </p:txBody>
        </p:sp>
        <p:sp>
          <p:nvSpPr>
            <p:cNvPr id="75" name="TextBox 25">
              <a:extLst>
                <a:ext uri="{FF2B5EF4-FFF2-40B4-BE49-F238E27FC236}">
                  <a16:creationId xmlns:a16="http://schemas.microsoft.com/office/drawing/2014/main" id="{0223B922-F409-D247-0882-D22D84CB083C}"/>
                </a:ext>
              </a:extLst>
            </p:cNvPr>
            <p:cNvSpPr txBox="1"/>
            <p:nvPr userDrawn="1"/>
          </p:nvSpPr>
          <p:spPr>
            <a:xfrm>
              <a:off x="13718435" y="7683400"/>
              <a:ext cx="3100442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Precise, scalable data solutions tailored to your needs</a:t>
              </a:r>
            </a:p>
          </p:txBody>
        </p:sp>
        <p:sp>
          <p:nvSpPr>
            <p:cNvPr id="76" name="TextBox 27">
              <a:extLst>
                <a:ext uri="{FF2B5EF4-FFF2-40B4-BE49-F238E27FC236}">
                  <a16:creationId xmlns:a16="http://schemas.microsoft.com/office/drawing/2014/main" id="{E9691F3D-5F58-5622-DFF9-87CDFB63C299}"/>
                </a:ext>
              </a:extLst>
            </p:cNvPr>
            <p:cNvSpPr txBox="1"/>
            <p:nvPr userDrawn="1"/>
          </p:nvSpPr>
          <p:spPr>
            <a:xfrm>
              <a:off x="9682517" y="2468570"/>
              <a:ext cx="3234561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Application Managed &amp; Support</a:t>
              </a:r>
            </a:p>
          </p:txBody>
        </p:sp>
        <p:sp>
          <p:nvSpPr>
            <p:cNvPr id="77" name="TextBox 28">
              <a:extLst>
                <a:ext uri="{FF2B5EF4-FFF2-40B4-BE49-F238E27FC236}">
                  <a16:creationId xmlns:a16="http://schemas.microsoft.com/office/drawing/2014/main" id="{B6169E3B-44AE-008A-4F04-D6134E75FD24}"/>
                </a:ext>
              </a:extLst>
            </p:cNvPr>
            <p:cNvSpPr txBox="1"/>
            <p:nvPr userDrawn="1"/>
          </p:nvSpPr>
          <p:spPr>
            <a:xfrm>
              <a:off x="9682517" y="3581186"/>
              <a:ext cx="3227928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Reliable maintenance to keep your business running smoothly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2286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10059789" y="612220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</p:grpSp>
      <p:sp>
        <p:nvSpPr>
          <p:cNvPr id="58" name="Freeform 2">
            <a:extLst>
              <a:ext uri="{FF2B5EF4-FFF2-40B4-BE49-F238E27FC236}">
                <a16:creationId xmlns:a16="http://schemas.microsoft.com/office/drawing/2014/main" id="{0C09D7FF-B5D6-5E55-1E3E-0CBEE79F6FBB}"/>
              </a:ext>
            </a:extLst>
          </p:cNvPr>
          <p:cNvSpPr/>
          <p:nvPr userDrawn="1"/>
        </p:nvSpPr>
        <p:spPr>
          <a:xfrm>
            <a:off x="0" y="-2"/>
            <a:ext cx="12192000" cy="68580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3" t="-25522" r="-36298" b="-26234"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 sz="1200"/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D90C31FF-A9D6-66F9-FFC8-10FC4FEF9487}"/>
              </a:ext>
            </a:extLst>
          </p:cNvPr>
          <p:cNvGrpSpPr/>
          <p:nvPr userDrawn="1"/>
        </p:nvGrpSpPr>
        <p:grpSpPr>
          <a:xfrm>
            <a:off x="742408" y="1422223"/>
            <a:ext cx="10765747" cy="4833527"/>
            <a:chOff x="0" y="0"/>
            <a:chExt cx="21531494" cy="9667054"/>
          </a:xfrm>
        </p:grpSpPr>
        <p:grpSp>
          <p:nvGrpSpPr>
            <p:cNvPr id="60" name="Group 4">
              <a:extLst>
                <a:ext uri="{FF2B5EF4-FFF2-40B4-BE49-F238E27FC236}">
                  <a16:creationId xmlns:a16="http://schemas.microsoft.com/office/drawing/2014/main" id="{8D852F8B-7A2C-A869-03DD-C805D1BD1F6F}"/>
                </a:ext>
              </a:extLst>
            </p:cNvPr>
            <p:cNvGrpSpPr/>
            <p:nvPr/>
          </p:nvGrpSpPr>
          <p:grpSpPr>
            <a:xfrm>
              <a:off x="0" y="835629"/>
              <a:ext cx="6022500" cy="1921579"/>
              <a:chOff x="0" y="0"/>
              <a:chExt cx="1616842" cy="515880"/>
            </a:xfrm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59CC093F-C243-485E-3538-C872D6722AAA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515880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515880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515880"/>
                    </a:lnTo>
                    <a:lnTo>
                      <a:pt x="0" y="51588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5" name="TextBox 6">
                <a:extLst>
                  <a:ext uri="{FF2B5EF4-FFF2-40B4-BE49-F238E27FC236}">
                    <a16:creationId xmlns:a16="http://schemas.microsoft.com/office/drawing/2014/main" id="{8FC7AECA-75FD-4F3A-E0AE-EA2A215C7E4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544455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1" name="Group 7">
              <a:extLst>
                <a:ext uri="{FF2B5EF4-FFF2-40B4-BE49-F238E27FC236}">
                  <a16:creationId xmlns:a16="http://schemas.microsoft.com/office/drawing/2014/main" id="{A9CAB6FB-F7C5-F8C6-D54C-F48C4AC5940E}"/>
                </a:ext>
              </a:extLst>
            </p:cNvPr>
            <p:cNvGrpSpPr/>
            <p:nvPr/>
          </p:nvGrpSpPr>
          <p:grpSpPr>
            <a:xfrm>
              <a:off x="0" y="0"/>
              <a:ext cx="6022500" cy="855576"/>
              <a:chOff x="0" y="0"/>
              <a:chExt cx="1616842" cy="229694"/>
            </a:xfrm>
          </p:grpSpPr>
          <p:sp>
            <p:nvSpPr>
              <p:cNvPr id="102" name="Freeform 8">
                <a:extLst>
                  <a:ext uri="{FF2B5EF4-FFF2-40B4-BE49-F238E27FC236}">
                    <a16:creationId xmlns:a16="http://schemas.microsoft.com/office/drawing/2014/main" id="{965AC9B4-3F6D-4D0E-B937-EF73B8C25C69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9694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9694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9694"/>
                    </a:lnTo>
                    <a:lnTo>
                      <a:pt x="0" y="229694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3" name="TextBox 9">
                <a:extLst>
                  <a:ext uri="{FF2B5EF4-FFF2-40B4-BE49-F238E27FC236}">
                    <a16:creationId xmlns:a16="http://schemas.microsoft.com/office/drawing/2014/main" id="{A3EC4374-69BC-5ADC-69FB-6CA21F19BD5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8269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Enterprise Data Management</a:t>
                </a:r>
              </a:p>
            </p:txBody>
          </p:sp>
        </p:grpSp>
        <p:grpSp>
          <p:nvGrpSpPr>
            <p:cNvPr id="62" name="Group 10">
              <a:extLst>
                <a:ext uri="{FF2B5EF4-FFF2-40B4-BE49-F238E27FC236}">
                  <a16:creationId xmlns:a16="http://schemas.microsoft.com/office/drawing/2014/main" id="{FF225F3B-C3F2-0EC8-5E9A-D7E418FE72FA}"/>
                </a:ext>
              </a:extLst>
            </p:cNvPr>
            <p:cNvGrpSpPr/>
            <p:nvPr/>
          </p:nvGrpSpPr>
          <p:grpSpPr>
            <a:xfrm>
              <a:off x="15508994" y="5825348"/>
              <a:ext cx="6022500" cy="3841706"/>
              <a:chOff x="0" y="-28575"/>
              <a:chExt cx="1616842" cy="1031371"/>
            </a:xfrm>
          </p:grpSpPr>
          <p:sp>
            <p:nvSpPr>
              <p:cNvPr id="100" name="Freeform 11">
                <a:extLst>
                  <a:ext uri="{FF2B5EF4-FFF2-40B4-BE49-F238E27FC236}">
                    <a16:creationId xmlns:a16="http://schemas.microsoft.com/office/drawing/2014/main" id="{1573E6DB-DC2B-F653-A4B4-C57047CE5715}"/>
                  </a:ext>
                </a:extLst>
              </p:cNvPr>
              <p:cNvSpPr/>
              <p:nvPr/>
            </p:nvSpPr>
            <p:spPr>
              <a:xfrm>
                <a:off x="0" y="-1"/>
                <a:ext cx="1616842" cy="1002797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809711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809711"/>
                    </a:lnTo>
                    <a:lnTo>
                      <a:pt x="0" y="809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1" name="TextBox 12">
                <a:extLst>
                  <a:ext uri="{FF2B5EF4-FFF2-40B4-BE49-F238E27FC236}">
                    <a16:creationId xmlns:a16="http://schemas.microsoft.com/office/drawing/2014/main" id="{AAAFEF41-ADBB-7126-6BA3-65018C0AAE8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8382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3" name="Group 13">
              <a:extLst>
                <a:ext uri="{FF2B5EF4-FFF2-40B4-BE49-F238E27FC236}">
                  <a16:creationId xmlns:a16="http://schemas.microsoft.com/office/drawing/2014/main" id="{84CB8D69-BCDD-7827-59B5-617440C6BE2C}"/>
                </a:ext>
              </a:extLst>
            </p:cNvPr>
            <p:cNvGrpSpPr/>
            <p:nvPr/>
          </p:nvGrpSpPr>
          <p:grpSpPr>
            <a:xfrm>
              <a:off x="15508994" y="5144940"/>
              <a:ext cx="6022500" cy="786846"/>
              <a:chOff x="0" y="0"/>
              <a:chExt cx="1616842" cy="211242"/>
            </a:xfrm>
          </p:grpSpPr>
          <p:sp>
            <p:nvSpPr>
              <p:cNvPr id="98" name="Freeform 14">
                <a:extLst>
                  <a:ext uri="{FF2B5EF4-FFF2-40B4-BE49-F238E27FC236}">
                    <a16:creationId xmlns:a16="http://schemas.microsoft.com/office/drawing/2014/main" id="{DA5EE5E2-D30D-B556-45DD-005496EBACF8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11242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11242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11242"/>
                    </a:lnTo>
                    <a:lnTo>
                      <a:pt x="0" y="211242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9" name="TextBox 15">
                <a:extLst>
                  <a:ext uri="{FF2B5EF4-FFF2-40B4-BE49-F238E27FC236}">
                    <a16:creationId xmlns:a16="http://schemas.microsoft.com/office/drawing/2014/main" id="{9F12F6BF-EA56-2519-C84A-E7BFA427AE6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39817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4" name="Group 16">
              <a:extLst>
                <a:ext uri="{FF2B5EF4-FFF2-40B4-BE49-F238E27FC236}">
                  <a16:creationId xmlns:a16="http://schemas.microsoft.com/office/drawing/2014/main" id="{358636DF-3AD6-B2D5-4D44-A37657338F1C}"/>
                </a:ext>
              </a:extLst>
            </p:cNvPr>
            <p:cNvGrpSpPr/>
            <p:nvPr/>
          </p:nvGrpSpPr>
          <p:grpSpPr>
            <a:xfrm>
              <a:off x="0" y="3704001"/>
              <a:ext cx="6022500" cy="2847972"/>
              <a:chOff x="0" y="-28575"/>
              <a:chExt cx="1616842" cy="764586"/>
            </a:xfrm>
          </p:grpSpPr>
          <p:sp>
            <p:nvSpPr>
              <p:cNvPr id="96" name="Freeform 17">
                <a:extLst>
                  <a:ext uri="{FF2B5EF4-FFF2-40B4-BE49-F238E27FC236}">
                    <a16:creationId xmlns:a16="http://schemas.microsoft.com/office/drawing/2014/main" id="{F08B0BFB-17DE-7ABC-1BCF-48252E2F9668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736011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736011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736011"/>
                    </a:lnTo>
                    <a:lnTo>
                      <a:pt x="0" y="7360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7" name="TextBox 18">
                <a:extLst>
                  <a:ext uri="{FF2B5EF4-FFF2-40B4-BE49-F238E27FC236}">
                    <a16:creationId xmlns:a16="http://schemas.microsoft.com/office/drawing/2014/main" id="{D1ECB2A4-9E32-E0CB-3816-6F6FB4D9244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7645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5" name="Group 19">
              <a:extLst>
                <a:ext uri="{FF2B5EF4-FFF2-40B4-BE49-F238E27FC236}">
                  <a16:creationId xmlns:a16="http://schemas.microsoft.com/office/drawing/2014/main" id="{00A46BB3-5066-62BE-2896-D9238620B787}"/>
                </a:ext>
              </a:extLst>
            </p:cNvPr>
            <p:cNvGrpSpPr/>
            <p:nvPr/>
          </p:nvGrpSpPr>
          <p:grpSpPr>
            <a:xfrm>
              <a:off x="0" y="2974809"/>
              <a:ext cx="6022500" cy="835629"/>
              <a:chOff x="0" y="0"/>
              <a:chExt cx="1616842" cy="224339"/>
            </a:xfrm>
          </p:grpSpPr>
          <p:sp>
            <p:nvSpPr>
              <p:cNvPr id="94" name="Freeform 20">
                <a:extLst>
                  <a:ext uri="{FF2B5EF4-FFF2-40B4-BE49-F238E27FC236}">
                    <a16:creationId xmlns:a16="http://schemas.microsoft.com/office/drawing/2014/main" id="{6FB5D1B8-DF50-FE78-B2E1-EE0AC44A8B44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4339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5" name="TextBox 21">
                <a:extLst>
                  <a:ext uri="{FF2B5EF4-FFF2-40B4-BE49-F238E27FC236}">
                    <a16:creationId xmlns:a16="http://schemas.microsoft.com/office/drawing/2014/main" id="{1D42D9E3-6602-9501-4109-CA9DC4A65C6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6" name="Group 22">
              <a:extLst>
                <a:ext uri="{FF2B5EF4-FFF2-40B4-BE49-F238E27FC236}">
                  <a16:creationId xmlns:a16="http://schemas.microsoft.com/office/drawing/2014/main" id="{D117D38D-2751-CD8A-C34F-099F8A0DB6E4}"/>
                </a:ext>
              </a:extLst>
            </p:cNvPr>
            <p:cNvGrpSpPr/>
            <p:nvPr/>
          </p:nvGrpSpPr>
          <p:grpSpPr>
            <a:xfrm>
              <a:off x="0" y="7498766"/>
              <a:ext cx="6022500" cy="1769240"/>
              <a:chOff x="0" y="-28575"/>
              <a:chExt cx="1616842" cy="474982"/>
            </a:xfrm>
          </p:grpSpPr>
          <p:sp>
            <p:nvSpPr>
              <p:cNvPr id="92" name="Freeform 23">
                <a:extLst>
                  <a:ext uri="{FF2B5EF4-FFF2-40B4-BE49-F238E27FC236}">
                    <a16:creationId xmlns:a16="http://schemas.microsoft.com/office/drawing/2014/main" id="{84502B44-4FC6-6EDE-FFFA-F265F9308AB4}"/>
                  </a:ext>
                </a:extLst>
              </p:cNvPr>
              <p:cNvSpPr/>
              <p:nvPr/>
            </p:nvSpPr>
            <p:spPr>
              <a:xfrm>
                <a:off x="0" y="-1"/>
                <a:ext cx="1616842" cy="446408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360453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360453"/>
                    </a:lnTo>
                    <a:lnTo>
                      <a:pt x="0" y="36045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3" name="TextBox 24">
                <a:extLst>
                  <a:ext uri="{FF2B5EF4-FFF2-40B4-BE49-F238E27FC236}">
                    <a16:creationId xmlns:a16="http://schemas.microsoft.com/office/drawing/2014/main" id="{27AC5600-45EA-3F1F-4ADE-B517088B846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389028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7" name="Group 25">
              <a:extLst>
                <a:ext uri="{FF2B5EF4-FFF2-40B4-BE49-F238E27FC236}">
                  <a16:creationId xmlns:a16="http://schemas.microsoft.com/office/drawing/2014/main" id="{5EC30FF8-F154-4B97-87F2-ED9E453C3C21}"/>
                </a:ext>
              </a:extLst>
            </p:cNvPr>
            <p:cNvGrpSpPr/>
            <p:nvPr/>
          </p:nvGrpSpPr>
          <p:grpSpPr>
            <a:xfrm>
              <a:off x="0" y="6769575"/>
              <a:ext cx="6022500" cy="835629"/>
              <a:chOff x="0" y="0"/>
              <a:chExt cx="1616842" cy="224339"/>
            </a:xfrm>
          </p:grpSpPr>
          <p:sp>
            <p:nvSpPr>
              <p:cNvPr id="90" name="Freeform 26">
                <a:extLst>
                  <a:ext uri="{FF2B5EF4-FFF2-40B4-BE49-F238E27FC236}">
                    <a16:creationId xmlns:a16="http://schemas.microsoft.com/office/drawing/2014/main" id="{81D59D65-0A3E-9D12-BAD5-60E5B7B44C31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4339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1" name="TextBox 27">
                <a:extLst>
                  <a:ext uri="{FF2B5EF4-FFF2-40B4-BE49-F238E27FC236}">
                    <a16:creationId xmlns:a16="http://schemas.microsoft.com/office/drawing/2014/main" id="{15F681A4-A266-5F86-6A2B-4034D7A4E1A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8" name="Group 28">
              <a:extLst>
                <a:ext uri="{FF2B5EF4-FFF2-40B4-BE49-F238E27FC236}">
                  <a16:creationId xmlns:a16="http://schemas.microsoft.com/office/drawing/2014/main" id="{44AF4576-26BF-D90A-8CF5-E97AE51E4CD2}"/>
                </a:ext>
              </a:extLst>
            </p:cNvPr>
            <p:cNvGrpSpPr/>
            <p:nvPr/>
          </p:nvGrpSpPr>
          <p:grpSpPr>
            <a:xfrm>
              <a:off x="6842172" y="5825348"/>
              <a:ext cx="8268262" cy="3841706"/>
              <a:chOff x="0" y="-28575"/>
              <a:chExt cx="2219755" cy="1031371"/>
            </a:xfrm>
          </p:grpSpPr>
          <p:sp>
            <p:nvSpPr>
              <p:cNvPr id="88" name="Freeform 29">
                <a:extLst>
                  <a:ext uri="{FF2B5EF4-FFF2-40B4-BE49-F238E27FC236}">
                    <a16:creationId xmlns:a16="http://schemas.microsoft.com/office/drawing/2014/main" id="{1B6DCD41-F57C-BEAA-1719-290BE3AB8F8C}"/>
                  </a:ext>
                </a:extLst>
              </p:cNvPr>
              <p:cNvSpPr/>
              <p:nvPr/>
            </p:nvSpPr>
            <p:spPr>
              <a:xfrm>
                <a:off x="0" y="-1"/>
                <a:ext cx="2219755" cy="1002797"/>
              </a:xfrm>
              <a:custGeom>
                <a:avLst/>
                <a:gdLst/>
                <a:ahLst/>
                <a:cxnLst/>
                <a:rect l="l" t="t" r="r" b="b"/>
                <a:pathLst>
                  <a:path w="2219755" h="809711">
                    <a:moveTo>
                      <a:pt x="0" y="0"/>
                    </a:moveTo>
                    <a:lnTo>
                      <a:pt x="2219755" y="0"/>
                    </a:lnTo>
                    <a:lnTo>
                      <a:pt x="2219755" y="809711"/>
                    </a:lnTo>
                    <a:lnTo>
                      <a:pt x="0" y="809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9" name="TextBox 30">
                <a:extLst>
                  <a:ext uri="{FF2B5EF4-FFF2-40B4-BE49-F238E27FC236}">
                    <a16:creationId xmlns:a16="http://schemas.microsoft.com/office/drawing/2014/main" id="{36DFAEE0-72BB-96E6-1A8C-22554428941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19755" cy="8382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9" name="Group 31">
              <a:extLst>
                <a:ext uri="{FF2B5EF4-FFF2-40B4-BE49-F238E27FC236}">
                  <a16:creationId xmlns:a16="http://schemas.microsoft.com/office/drawing/2014/main" id="{D880A714-629C-5D0C-4E67-FB0468ACDF8F}"/>
                </a:ext>
              </a:extLst>
            </p:cNvPr>
            <p:cNvGrpSpPr/>
            <p:nvPr/>
          </p:nvGrpSpPr>
          <p:grpSpPr>
            <a:xfrm>
              <a:off x="6842172" y="5106130"/>
              <a:ext cx="8268262" cy="855576"/>
              <a:chOff x="0" y="0"/>
              <a:chExt cx="2219755" cy="229694"/>
            </a:xfrm>
          </p:grpSpPr>
          <p:sp>
            <p:nvSpPr>
              <p:cNvPr id="86" name="Freeform 32">
                <a:extLst>
                  <a:ext uri="{FF2B5EF4-FFF2-40B4-BE49-F238E27FC236}">
                    <a16:creationId xmlns:a16="http://schemas.microsoft.com/office/drawing/2014/main" id="{71221940-10F0-B996-26A1-7B8D77B8B8ED}"/>
                  </a:ext>
                </a:extLst>
              </p:cNvPr>
              <p:cNvSpPr/>
              <p:nvPr/>
            </p:nvSpPr>
            <p:spPr>
              <a:xfrm>
                <a:off x="0" y="0"/>
                <a:ext cx="2219755" cy="229694"/>
              </a:xfrm>
              <a:custGeom>
                <a:avLst/>
                <a:gdLst/>
                <a:ahLst/>
                <a:cxnLst/>
                <a:rect l="l" t="t" r="r" b="b"/>
                <a:pathLst>
                  <a:path w="2219755" h="229694">
                    <a:moveTo>
                      <a:pt x="0" y="0"/>
                    </a:moveTo>
                    <a:lnTo>
                      <a:pt x="2219755" y="0"/>
                    </a:lnTo>
                    <a:lnTo>
                      <a:pt x="2219755" y="229694"/>
                    </a:lnTo>
                    <a:lnTo>
                      <a:pt x="0" y="229694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7" name="TextBox 33">
                <a:extLst>
                  <a:ext uri="{FF2B5EF4-FFF2-40B4-BE49-F238E27FC236}">
                    <a16:creationId xmlns:a16="http://schemas.microsoft.com/office/drawing/2014/main" id="{282025D4-DD8A-B12F-A293-5A7C3EA51B1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19755" cy="258269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Data Integration &amp; Engineering</a:t>
                </a:r>
              </a:p>
            </p:txBody>
          </p:sp>
        </p:grpSp>
        <p:grpSp>
          <p:nvGrpSpPr>
            <p:cNvPr id="70" name="Group 34">
              <a:extLst>
                <a:ext uri="{FF2B5EF4-FFF2-40B4-BE49-F238E27FC236}">
                  <a16:creationId xmlns:a16="http://schemas.microsoft.com/office/drawing/2014/main" id="{CC60305D-6A37-50FE-AC1F-CB77F0427066}"/>
                </a:ext>
              </a:extLst>
            </p:cNvPr>
            <p:cNvGrpSpPr/>
            <p:nvPr/>
          </p:nvGrpSpPr>
          <p:grpSpPr>
            <a:xfrm>
              <a:off x="6842172" y="719218"/>
              <a:ext cx="14689322" cy="4223711"/>
              <a:chOff x="0" y="-28575"/>
              <a:chExt cx="3943596" cy="1133927"/>
            </a:xfrm>
          </p:grpSpPr>
          <p:sp>
            <p:nvSpPr>
              <p:cNvPr id="84" name="Freeform 35">
                <a:extLst>
                  <a:ext uri="{FF2B5EF4-FFF2-40B4-BE49-F238E27FC236}">
                    <a16:creationId xmlns:a16="http://schemas.microsoft.com/office/drawing/2014/main" id="{39FF06EC-BD3B-DB79-B7C8-4D32FFF7D9CD}"/>
                  </a:ext>
                </a:extLst>
              </p:cNvPr>
              <p:cNvSpPr/>
              <p:nvPr/>
            </p:nvSpPr>
            <p:spPr>
              <a:xfrm>
                <a:off x="0" y="0"/>
                <a:ext cx="3943596" cy="1105352"/>
              </a:xfrm>
              <a:custGeom>
                <a:avLst/>
                <a:gdLst/>
                <a:ahLst/>
                <a:cxnLst/>
                <a:rect l="l" t="t" r="r" b="b"/>
                <a:pathLst>
                  <a:path w="3943596" h="1105352">
                    <a:moveTo>
                      <a:pt x="0" y="0"/>
                    </a:moveTo>
                    <a:lnTo>
                      <a:pt x="3943596" y="0"/>
                    </a:lnTo>
                    <a:lnTo>
                      <a:pt x="3943596" y="1105352"/>
                    </a:lnTo>
                    <a:lnTo>
                      <a:pt x="0" y="11053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5" name="TextBox 36">
                <a:extLst>
                  <a:ext uri="{FF2B5EF4-FFF2-40B4-BE49-F238E27FC236}">
                    <a16:creationId xmlns:a16="http://schemas.microsoft.com/office/drawing/2014/main" id="{64CAA319-9EEB-6EC4-1E94-6E3A6B5742D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943596" cy="1133927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71" name="Group 37">
              <a:extLst>
                <a:ext uri="{FF2B5EF4-FFF2-40B4-BE49-F238E27FC236}">
                  <a16:creationId xmlns:a16="http://schemas.microsoft.com/office/drawing/2014/main" id="{CC9503B0-05A6-A134-7E32-0C860A7F7D0D}"/>
                </a:ext>
              </a:extLst>
            </p:cNvPr>
            <p:cNvGrpSpPr/>
            <p:nvPr/>
          </p:nvGrpSpPr>
          <p:grpSpPr>
            <a:xfrm>
              <a:off x="6789067" y="0"/>
              <a:ext cx="14742427" cy="835629"/>
              <a:chOff x="0" y="0"/>
              <a:chExt cx="3957853" cy="224339"/>
            </a:xfrm>
          </p:grpSpPr>
          <p:sp>
            <p:nvSpPr>
              <p:cNvPr id="82" name="Freeform 38">
                <a:extLst>
                  <a:ext uri="{FF2B5EF4-FFF2-40B4-BE49-F238E27FC236}">
                    <a16:creationId xmlns:a16="http://schemas.microsoft.com/office/drawing/2014/main" id="{021B13B4-982A-6233-085E-497C88E5D045}"/>
                  </a:ext>
                </a:extLst>
              </p:cNvPr>
              <p:cNvSpPr/>
              <p:nvPr/>
            </p:nvSpPr>
            <p:spPr>
              <a:xfrm>
                <a:off x="0" y="0"/>
                <a:ext cx="3957853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3957853" h="224339">
                    <a:moveTo>
                      <a:pt x="0" y="0"/>
                    </a:moveTo>
                    <a:lnTo>
                      <a:pt x="3957853" y="0"/>
                    </a:lnTo>
                    <a:lnTo>
                      <a:pt x="3957853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3" name="TextBox 39">
                <a:extLst>
                  <a:ext uri="{FF2B5EF4-FFF2-40B4-BE49-F238E27FC236}">
                    <a16:creationId xmlns:a16="http://schemas.microsoft.com/office/drawing/2014/main" id="{914C04CF-5496-679B-C820-BEE2A64F913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957853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Data Governance &amp; Privacy</a:t>
                </a:r>
              </a:p>
            </p:txBody>
          </p:sp>
        </p:grpSp>
        <p:sp>
          <p:nvSpPr>
            <p:cNvPr id="72" name="TextBox 40">
              <a:extLst>
                <a:ext uri="{FF2B5EF4-FFF2-40B4-BE49-F238E27FC236}">
                  <a16:creationId xmlns:a16="http://schemas.microsoft.com/office/drawing/2014/main" id="{71A6FEC3-13A3-42A2-B352-375842B82A4C}"/>
                </a:ext>
              </a:extLst>
            </p:cNvPr>
            <p:cNvSpPr txBox="1"/>
            <p:nvPr/>
          </p:nvSpPr>
          <p:spPr>
            <a:xfrm>
              <a:off x="687250" y="1266152"/>
              <a:ext cx="4631752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IDMC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Intelligent Data management Cloud </a:t>
              </a:r>
            </a:p>
          </p:txBody>
        </p:sp>
        <p:sp>
          <p:nvSpPr>
            <p:cNvPr id="73" name="TextBox 41">
              <a:extLst>
                <a:ext uri="{FF2B5EF4-FFF2-40B4-BE49-F238E27FC236}">
                  <a16:creationId xmlns:a16="http://schemas.microsoft.com/office/drawing/2014/main" id="{62B6E662-75CA-32F4-D3A7-5D2B28538743}"/>
                </a:ext>
              </a:extLst>
            </p:cNvPr>
            <p:cNvSpPr txBox="1"/>
            <p:nvPr/>
          </p:nvSpPr>
          <p:spPr>
            <a:xfrm>
              <a:off x="15745782" y="5402797"/>
              <a:ext cx="552430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Quality &amp; Observability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7AF0D6C3-D8F6-02EC-7BC7-6FA5FEF4DA64}"/>
                </a:ext>
              </a:extLst>
            </p:cNvPr>
            <p:cNvSpPr txBox="1"/>
            <p:nvPr/>
          </p:nvSpPr>
          <p:spPr>
            <a:xfrm>
              <a:off x="16192056" y="6925844"/>
              <a:ext cx="4631752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IDQ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Informatica Data Quality 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CDQ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Quality </a:t>
              </a:r>
            </a:p>
          </p:txBody>
        </p:sp>
        <p:sp>
          <p:nvSpPr>
            <p:cNvPr id="75" name="TextBox 43">
              <a:extLst>
                <a:ext uri="{FF2B5EF4-FFF2-40B4-BE49-F238E27FC236}">
                  <a16:creationId xmlns:a16="http://schemas.microsoft.com/office/drawing/2014/main" id="{5C190C6D-0039-79C1-A084-C95D78C60E50}"/>
                </a:ext>
              </a:extLst>
            </p:cNvPr>
            <p:cNvSpPr txBox="1"/>
            <p:nvPr/>
          </p:nvSpPr>
          <p:spPr>
            <a:xfrm>
              <a:off x="547836" y="3202966"/>
              <a:ext cx="5001476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MDM and 360 Applications</a:t>
              </a:r>
            </a:p>
          </p:txBody>
        </p:sp>
        <p:sp>
          <p:nvSpPr>
            <p:cNvPr id="76" name="TextBox 44">
              <a:extLst>
                <a:ext uri="{FF2B5EF4-FFF2-40B4-BE49-F238E27FC236}">
                  <a16:creationId xmlns:a16="http://schemas.microsoft.com/office/drawing/2014/main" id="{5C166D64-4A2F-7AFF-5641-75306D3214A0}"/>
                </a:ext>
              </a:extLst>
            </p:cNvPr>
            <p:cNvSpPr txBox="1"/>
            <p:nvPr/>
          </p:nvSpPr>
          <p:spPr>
            <a:xfrm>
              <a:off x="566130" y="4378154"/>
              <a:ext cx="4695240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Multidomain MDM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MDM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Customer 360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Product 360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Supplier 360</a:t>
              </a:r>
            </a:p>
          </p:txBody>
        </p:sp>
        <p:sp>
          <p:nvSpPr>
            <p:cNvPr id="77" name="TextBox 45">
              <a:extLst>
                <a:ext uri="{FF2B5EF4-FFF2-40B4-BE49-F238E27FC236}">
                  <a16:creationId xmlns:a16="http://schemas.microsoft.com/office/drawing/2014/main" id="{5E30F191-783E-E7A7-3013-29F2D1CF49CF}"/>
                </a:ext>
              </a:extLst>
            </p:cNvPr>
            <p:cNvSpPr txBox="1"/>
            <p:nvPr/>
          </p:nvSpPr>
          <p:spPr>
            <a:xfrm>
              <a:off x="139190" y="7038623"/>
              <a:ext cx="5818768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API and Application Integration</a:t>
              </a:r>
            </a:p>
          </p:txBody>
        </p:sp>
        <p:sp>
          <p:nvSpPr>
            <p:cNvPr id="78" name="TextBox 46">
              <a:extLst>
                <a:ext uri="{FF2B5EF4-FFF2-40B4-BE49-F238E27FC236}">
                  <a16:creationId xmlns:a16="http://schemas.microsoft.com/office/drawing/2014/main" id="{B5803222-AC45-D2C3-95B5-E8C06B4B8503}"/>
                </a:ext>
              </a:extLst>
            </p:cNvPr>
            <p:cNvSpPr txBox="1"/>
            <p:nvPr/>
          </p:nvSpPr>
          <p:spPr>
            <a:xfrm>
              <a:off x="700372" y="7839844"/>
              <a:ext cx="4631752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CAI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application Integration </a:t>
              </a:r>
            </a:p>
          </p:txBody>
        </p:sp>
        <p:sp>
          <p:nvSpPr>
            <p:cNvPr id="79" name="TextBox 47">
              <a:extLst>
                <a:ext uri="{FF2B5EF4-FFF2-40B4-BE49-F238E27FC236}">
                  <a16:creationId xmlns:a16="http://schemas.microsoft.com/office/drawing/2014/main" id="{1CD25544-F6CE-8991-AF81-7DBF02712FFD}"/>
                </a:ext>
              </a:extLst>
            </p:cNvPr>
            <p:cNvSpPr txBox="1"/>
            <p:nvPr/>
          </p:nvSpPr>
          <p:spPr>
            <a:xfrm>
              <a:off x="7166046" y="6306700"/>
              <a:ext cx="7924158" cy="2954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DEI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Engineering Integration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CDI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Data Integration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CMI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Mass Ingestion</a:t>
              </a:r>
            </a:p>
          </p:txBody>
        </p:sp>
        <p:sp>
          <p:nvSpPr>
            <p:cNvPr id="80" name="TextBox 48">
              <a:extLst>
                <a:ext uri="{FF2B5EF4-FFF2-40B4-BE49-F238E27FC236}">
                  <a16:creationId xmlns:a16="http://schemas.microsoft.com/office/drawing/2014/main" id="{CA7984E0-6485-9A34-491E-C7828C7EE677}"/>
                </a:ext>
              </a:extLst>
            </p:cNvPr>
            <p:cNvSpPr txBox="1"/>
            <p:nvPr/>
          </p:nvSpPr>
          <p:spPr>
            <a:xfrm>
              <a:off x="13925774" y="1300982"/>
              <a:ext cx="6581428" cy="33239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CDGC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Governance and Catalog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CDAM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Access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CDMP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Data Marketplace </a:t>
              </a:r>
            </a:p>
          </p:txBody>
        </p:sp>
        <p:sp>
          <p:nvSpPr>
            <p:cNvPr id="81" name="TextBox 49">
              <a:extLst>
                <a:ext uri="{FF2B5EF4-FFF2-40B4-BE49-F238E27FC236}">
                  <a16:creationId xmlns:a16="http://schemas.microsoft.com/office/drawing/2014/main" id="{7A3C1E38-ABD8-DDC8-5518-5087DB21818B}"/>
                </a:ext>
              </a:extLst>
            </p:cNvPr>
            <p:cNvSpPr txBox="1"/>
            <p:nvPr/>
          </p:nvSpPr>
          <p:spPr>
            <a:xfrm>
              <a:off x="8134170" y="1436916"/>
              <a:ext cx="4767312" cy="2954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Axon Data Governance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EDC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Enterprise Data Catalog 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DPM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Privacy Management</a:t>
              </a:r>
            </a:p>
          </p:txBody>
        </p:sp>
      </p:grpSp>
      <p:sp>
        <p:nvSpPr>
          <p:cNvPr id="106" name="Freeform 50">
            <a:extLst>
              <a:ext uri="{FF2B5EF4-FFF2-40B4-BE49-F238E27FC236}">
                <a16:creationId xmlns:a16="http://schemas.microsoft.com/office/drawing/2014/main" id="{08C6D188-806C-8513-3638-3DA6C49EAB9B}"/>
              </a:ext>
            </a:extLst>
          </p:cNvPr>
          <p:cNvSpPr/>
          <p:nvPr userDrawn="1"/>
        </p:nvSpPr>
        <p:spPr>
          <a:xfrm>
            <a:off x="6391108" y="400697"/>
            <a:ext cx="3158879" cy="789720"/>
          </a:xfrm>
          <a:custGeom>
            <a:avLst/>
            <a:gdLst/>
            <a:ahLst/>
            <a:cxnLst/>
            <a:rect l="l" t="t" r="r" b="b"/>
            <a:pathLst>
              <a:path w="4738319" h="1184580">
                <a:moveTo>
                  <a:pt x="0" y="0"/>
                </a:moveTo>
                <a:lnTo>
                  <a:pt x="4738319" y="0"/>
                </a:lnTo>
                <a:lnTo>
                  <a:pt x="4738319" y="1184580"/>
                </a:lnTo>
                <a:lnTo>
                  <a:pt x="0" y="1184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 sz="1200"/>
          </a:p>
        </p:txBody>
      </p:sp>
      <p:sp>
        <p:nvSpPr>
          <p:cNvPr id="107" name="TextBox 51">
            <a:extLst>
              <a:ext uri="{FF2B5EF4-FFF2-40B4-BE49-F238E27FC236}">
                <a16:creationId xmlns:a16="http://schemas.microsoft.com/office/drawing/2014/main" id="{23DBE8F9-BF73-2996-9E4B-7FAB1C7EACDD}"/>
              </a:ext>
            </a:extLst>
          </p:cNvPr>
          <p:cNvSpPr txBox="1"/>
          <p:nvPr userDrawn="1"/>
        </p:nvSpPr>
        <p:spPr>
          <a:xfrm>
            <a:off x="1767931" y="588582"/>
            <a:ext cx="593369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Expertise In Space of </a:t>
            </a:r>
          </a:p>
        </p:txBody>
      </p:sp>
      <p:sp>
        <p:nvSpPr>
          <p:cNvPr id="109" name="Freeform 4">
            <a:extLst>
              <a:ext uri="{FF2B5EF4-FFF2-40B4-BE49-F238E27FC236}">
                <a16:creationId xmlns:a16="http://schemas.microsoft.com/office/drawing/2014/main" id="{CD50C742-A100-DC8A-6C70-0514B7CAA282}"/>
              </a:ext>
            </a:extLst>
          </p:cNvPr>
          <p:cNvSpPr/>
          <p:nvPr userDrawn="1"/>
        </p:nvSpPr>
        <p:spPr>
          <a:xfrm>
            <a:off x="9996671" y="6405213"/>
            <a:ext cx="1511484" cy="442109"/>
          </a:xfrm>
          <a:custGeom>
            <a:avLst/>
            <a:gdLst/>
            <a:ahLst/>
            <a:cxnLst/>
            <a:rect l="l" t="t" r="r" b="b"/>
            <a:pathLst>
              <a:path w="9165798" h="2680996">
                <a:moveTo>
                  <a:pt x="0" y="0"/>
                </a:moveTo>
                <a:lnTo>
                  <a:pt x="9165798" y="0"/>
                </a:lnTo>
                <a:lnTo>
                  <a:pt x="9165798" y="2680996"/>
                </a:lnTo>
                <a:lnTo>
                  <a:pt x="0" y="2680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40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9" name="TextBox 69">
            <a:extLst>
              <a:ext uri="{FF2B5EF4-FFF2-40B4-BE49-F238E27FC236}">
                <a16:creationId xmlns:a16="http://schemas.microsoft.com/office/drawing/2014/main" id="{0D83018B-9714-2BC8-D6A2-05D68D6476BD}"/>
              </a:ext>
            </a:extLst>
          </p:cNvPr>
          <p:cNvSpPr txBox="1"/>
          <p:nvPr userDrawn="1"/>
        </p:nvSpPr>
        <p:spPr>
          <a:xfrm>
            <a:off x="887103" y="617152"/>
            <a:ext cx="7165398" cy="63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76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Our Expertise In The Space Of </a:t>
            </a:r>
          </a:p>
        </p:txBody>
      </p:sp>
      <p:sp>
        <p:nvSpPr>
          <p:cNvPr id="150" name="Freeform 71">
            <a:extLst>
              <a:ext uri="{FF2B5EF4-FFF2-40B4-BE49-F238E27FC236}">
                <a16:creationId xmlns:a16="http://schemas.microsoft.com/office/drawing/2014/main" id="{0FCF3675-874E-6BD8-B3E3-54AA7BFC1E31}"/>
              </a:ext>
            </a:extLst>
          </p:cNvPr>
          <p:cNvSpPr/>
          <p:nvPr userDrawn="1"/>
        </p:nvSpPr>
        <p:spPr>
          <a:xfrm>
            <a:off x="7284101" y="557597"/>
            <a:ext cx="3038569" cy="754169"/>
          </a:xfrm>
          <a:custGeom>
            <a:avLst/>
            <a:gdLst/>
            <a:ahLst/>
            <a:cxnLst/>
            <a:rect l="l" t="t" r="r" b="b"/>
            <a:pathLst>
              <a:path w="4104674" h="1018775">
                <a:moveTo>
                  <a:pt x="0" y="0"/>
                </a:moveTo>
                <a:lnTo>
                  <a:pt x="4104674" y="0"/>
                </a:lnTo>
                <a:lnTo>
                  <a:pt x="4104674" y="1018775"/>
                </a:lnTo>
                <a:lnTo>
                  <a:pt x="0" y="101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92" t="-31378" b="-31631"/>
            </a:stretch>
          </a:blipFill>
        </p:spPr>
        <p:txBody>
          <a:bodyPr/>
          <a:lstStyle/>
          <a:p>
            <a:endParaRPr lang="en-IN" sz="3000"/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19804AD-6D82-38B2-DC21-AC35A3252B6A}"/>
              </a:ext>
            </a:extLst>
          </p:cNvPr>
          <p:cNvGrpSpPr/>
          <p:nvPr userDrawn="1"/>
        </p:nvGrpSpPr>
        <p:grpSpPr>
          <a:xfrm>
            <a:off x="578468" y="1440655"/>
            <a:ext cx="10949917" cy="2203796"/>
            <a:chOff x="927492" y="2095128"/>
            <a:chExt cx="16706087" cy="3365839"/>
          </a:xfrm>
        </p:grpSpPr>
        <p:grpSp>
          <p:nvGrpSpPr>
            <p:cNvPr id="151" name="Group 3">
              <a:extLst>
                <a:ext uri="{FF2B5EF4-FFF2-40B4-BE49-F238E27FC236}">
                  <a16:creationId xmlns:a16="http://schemas.microsoft.com/office/drawing/2014/main" id="{5029EBE2-854F-C298-A6A0-E846B0E34379}"/>
                </a:ext>
              </a:extLst>
            </p:cNvPr>
            <p:cNvGrpSpPr/>
            <p:nvPr userDrawn="1"/>
          </p:nvGrpSpPr>
          <p:grpSpPr>
            <a:xfrm>
              <a:off x="12101058" y="2559728"/>
              <a:ext cx="5314420" cy="2886309"/>
              <a:chOff x="0" y="-28575"/>
              <a:chExt cx="3121208" cy="1695156"/>
            </a:xfrm>
          </p:grpSpPr>
          <p:sp>
            <p:nvSpPr>
              <p:cNvPr id="152" name="Freeform 4">
                <a:extLst>
                  <a:ext uri="{FF2B5EF4-FFF2-40B4-BE49-F238E27FC236}">
                    <a16:creationId xmlns:a16="http://schemas.microsoft.com/office/drawing/2014/main" id="{40C820AA-838B-D2CA-1448-3267ED71CD63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666581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499165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499165"/>
                    </a:lnTo>
                    <a:lnTo>
                      <a:pt x="0" y="14991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3" name="TextBox 5">
                <a:extLst>
                  <a:ext uri="{FF2B5EF4-FFF2-40B4-BE49-F238E27FC236}">
                    <a16:creationId xmlns:a16="http://schemas.microsoft.com/office/drawing/2014/main" id="{2B1CFBE8-2E95-C5CF-0491-6BAF0F12D9E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695156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54" name="Group 6">
              <a:extLst>
                <a:ext uri="{FF2B5EF4-FFF2-40B4-BE49-F238E27FC236}">
                  <a16:creationId xmlns:a16="http://schemas.microsoft.com/office/drawing/2014/main" id="{9A572E72-FAEF-75D2-573B-DD3D80D45261}"/>
                </a:ext>
              </a:extLst>
            </p:cNvPr>
            <p:cNvGrpSpPr/>
            <p:nvPr userDrawn="1"/>
          </p:nvGrpSpPr>
          <p:grpSpPr>
            <a:xfrm>
              <a:off x="12101058" y="2095128"/>
              <a:ext cx="5314420" cy="513254"/>
              <a:chOff x="0" y="0"/>
              <a:chExt cx="3121208" cy="301439"/>
            </a:xfrm>
          </p:grpSpPr>
          <p:sp>
            <p:nvSpPr>
              <p:cNvPr id="155" name="Freeform 7">
                <a:extLst>
                  <a:ext uri="{FF2B5EF4-FFF2-40B4-BE49-F238E27FC236}">
                    <a16:creationId xmlns:a16="http://schemas.microsoft.com/office/drawing/2014/main" id="{8F36BC57-A2E3-10B3-83C2-9C88E5B30A88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0143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0143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01439"/>
                    </a:lnTo>
                    <a:lnTo>
                      <a:pt x="0" y="3014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6" name="TextBox 8">
                <a:extLst>
                  <a:ext uri="{FF2B5EF4-FFF2-40B4-BE49-F238E27FC236}">
                    <a16:creationId xmlns:a16="http://schemas.microsoft.com/office/drawing/2014/main" id="{5E2D3FC8-9A5F-E735-BF01-18848DF6E22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3001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57" name="Group 9">
              <a:extLst>
                <a:ext uri="{FF2B5EF4-FFF2-40B4-BE49-F238E27FC236}">
                  <a16:creationId xmlns:a16="http://schemas.microsoft.com/office/drawing/2014/main" id="{70DEA9C6-8A6D-FCB3-CFAC-4274885B903C}"/>
                </a:ext>
              </a:extLst>
            </p:cNvPr>
            <p:cNvGrpSpPr/>
            <p:nvPr userDrawn="1"/>
          </p:nvGrpSpPr>
          <p:grpSpPr>
            <a:xfrm>
              <a:off x="927492" y="2572991"/>
              <a:ext cx="5314420" cy="2880978"/>
              <a:chOff x="0" y="-28575"/>
              <a:chExt cx="3121208" cy="1692025"/>
            </a:xfrm>
          </p:grpSpPr>
          <p:sp>
            <p:nvSpPr>
              <p:cNvPr id="158" name="Freeform 10">
                <a:extLst>
                  <a:ext uri="{FF2B5EF4-FFF2-40B4-BE49-F238E27FC236}">
                    <a16:creationId xmlns:a16="http://schemas.microsoft.com/office/drawing/2014/main" id="{9883B062-5078-11BC-D979-FD9831753201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66345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499165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499165"/>
                    </a:lnTo>
                    <a:lnTo>
                      <a:pt x="0" y="14991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9" name="TextBox 11">
                <a:extLst>
                  <a:ext uri="{FF2B5EF4-FFF2-40B4-BE49-F238E27FC236}">
                    <a16:creationId xmlns:a16="http://schemas.microsoft.com/office/drawing/2014/main" id="{255DDC6D-5387-773A-794B-147C581D30A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527740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60" name="Group 12">
              <a:extLst>
                <a:ext uri="{FF2B5EF4-FFF2-40B4-BE49-F238E27FC236}">
                  <a16:creationId xmlns:a16="http://schemas.microsoft.com/office/drawing/2014/main" id="{1B37AD91-A978-168D-C123-E2D53882A037}"/>
                </a:ext>
              </a:extLst>
            </p:cNvPr>
            <p:cNvGrpSpPr/>
            <p:nvPr userDrawn="1"/>
          </p:nvGrpSpPr>
          <p:grpSpPr>
            <a:xfrm>
              <a:off x="927492" y="2108391"/>
              <a:ext cx="5314420" cy="513254"/>
              <a:chOff x="0" y="0"/>
              <a:chExt cx="3121208" cy="301439"/>
            </a:xfrm>
          </p:grpSpPr>
          <p:sp>
            <p:nvSpPr>
              <p:cNvPr id="161" name="Freeform 13">
                <a:extLst>
                  <a:ext uri="{FF2B5EF4-FFF2-40B4-BE49-F238E27FC236}">
                    <a16:creationId xmlns:a16="http://schemas.microsoft.com/office/drawing/2014/main" id="{62E7C7AD-1127-7ACE-E23D-11D62DFFF0B8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0143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0143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01439"/>
                    </a:lnTo>
                    <a:lnTo>
                      <a:pt x="0" y="3014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62" name="TextBox 14">
                <a:extLst>
                  <a:ext uri="{FF2B5EF4-FFF2-40B4-BE49-F238E27FC236}">
                    <a16:creationId xmlns:a16="http://schemas.microsoft.com/office/drawing/2014/main" id="{DA46E723-12D2-9429-3AAB-5EA95A15320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3001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63" name="Freeform 15">
              <a:extLst>
                <a:ext uri="{FF2B5EF4-FFF2-40B4-BE49-F238E27FC236}">
                  <a16:creationId xmlns:a16="http://schemas.microsoft.com/office/drawing/2014/main" id="{FF7931C2-B3B5-EF32-77E2-1893353ED813}"/>
                </a:ext>
              </a:extLst>
            </p:cNvPr>
            <p:cNvSpPr/>
            <p:nvPr userDrawn="1"/>
          </p:nvSpPr>
          <p:spPr>
            <a:xfrm>
              <a:off x="2585817" y="2830277"/>
              <a:ext cx="565528" cy="446329"/>
            </a:xfrm>
            <a:custGeom>
              <a:avLst/>
              <a:gdLst/>
              <a:ahLst/>
              <a:cxnLst/>
              <a:rect l="l" t="t" r="r" b="b"/>
              <a:pathLst>
                <a:path w="754038" h="595106">
                  <a:moveTo>
                    <a:pt x="0" y="0"/>
                  </a:moveTo>
                  <a:lnTo>
                    <a:pt x="754038" y="0"/>
                  </a:lnTo>
                  <a:lnTo>
                    <a:pt x="754038" y="595106"/>
                  </a:lnTo>
                  <a:lnTo>
                    <a:pt x="0" y="59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76" r="-2485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CB20150F-813C-EE5C-E457-D346DD0FC1E3}"/>
                </a:ext>
              </a:extLst>
            </p:cNvPr>
            <p:cNvSpPr/>
            <p:nvPr userDrawn="1"/>
          </p:nvSpPr>
          <p:spPr>
            <a:xfrm>
              <a:off x="3151343" y="2741960"/>
              <a:ext cx="856333" cy="622962"/>
            </a:xfrm>
            <a:custGeom>
              <a:avLst/>
              <a:gdLst/>
              <a:ahLst/>
              <a:cxnLst/>
              <a:rect l="l" t="t" r="r" b="b"/>
              <a:pathLst>
                <a:path w="1141777" h="830615">
                  <a:moveTo>
                    <a:pt x="0" y="0"/>
                  </a:moveTo>
                  <a:lnTo>
                    <a:pt x="1141778" y="0"/>
                  </a:lnTo>
                  <a:lnTo>
                    <a:pt x="1141778" y="830615"/>
                  </a:lnTo>
                  <a:lnTo>
                    <a:pt x="0" y="83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53" b="-3953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65" name="Freeform 17">
              <a:extLst>
                <a:ext uri="{FF2B5EF4-FFF2-40B4-BE49-F238E27FC236}">
                  <a16:creationId xmlns:a16="http://schemas.microsoft.com/office/drawing/2014/main" id="{700631B0-720D-4C39-A5F9-E7D26E52AD5E}"/>
                </a:ext>
              </a:extLst>
            </p:cNvPr>
            <p:cNvSpPr/>
            <p:nvPr userDrawn="1"/>
          </p:nvSpPr>
          <p:spPr>
            <a:xfrm>
              <a:off x="4007678" y="2869468"/>
              <a:ext cx="664854" cy="367944"/>
            </a:xfrm>
            <a:custGeom>
              <a:avLst/>
              <a:gdLst/>
              <a:ahLst/>
              <a:cxnLst/>
              <a:rect l="l" t="t" r="r" b="b"/>
              <a:pathLst>
                <a:path w="886473" h="490592">
                  <a:moveTo>
                    <a:pt x="0" y="0"/>
                  </a:moveTo>
                  <a:lnTo>
                    <a:pt x="886472" y="0"/>
                  </a:lnTo>
                  <a:lnTo>
                    <a:pt x="886472" y="490592"/>
                  </a:lnTo>
                  <a:lnTo>
                    <a:pt x="0" y="49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9049" b="-416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grpSp>
          <p:nvGrpSpPr>
            <p:cNvPr id="166" name="Group 18">
              <a:extLst>
                <a:ext uri="{FF2B5EF4-FFF2-40B4-BE49-F238E27FC236}">
                  <a16:creationId xmlns:a16="http://schemas.microsoft.com/office/drawing/2014/main" id="{BADE04C8-4E81-7491-D07C-E13896CA7219}"/>
                </a:ext>
              </a:extLst>
            </p:cNvPr>
            <p:cNvGrpSpPr/>
            <p:nvPr userDrawn="1"/>
          </p:nvGrpSpPr>
          <p:grpSpPr>
            <a:xfrm>
              <a:off x="6514275" y="2509108"/>
              <a:ext cx="5314420" cy="2951859"/>
              <a:chOff x="0" y="-28575"/>
              <a:chExt cx="3121208" cy="1733654"/>
            </a:xfrm>
          </p:grpSpPr>
          <p:sp>
            <p:nvSpPr>
              <p:cNvPr id="167" name="Freeform 19">
                <a:extLst>
                  <a:ext uri="{FF2B5EF4-FFF2-40B4-BE49-F238E27FC236}">
                    <a16:creationId xmlns:a16="http://schemas.microsoft.com/office/drawing/2014/main" id="{8A2FBF96-F5FC-7AD9-A079-689FA883625D}"/>
                  </a:ext>
                </a:extLst>
              </p:cNvPr>
              <p:cNvSpPr/>
              <p:nvPr/>
            </p:nvSpPr>
            <p:spPr>
              <a:xfrm>
                <a:off x="0" y="-1"/>
                <a:ext cx="3121208" cy="170508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536684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536684"/>
                    </a:lnTo>
                    <a:lnTo>
                      <a:pt x="0" y="15366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68" name="TextBox 20">
                <a:extLst>
                  <a:ext uri="{FF2B5EF4-FFF2-40B4-BE49-F238E27FC236}">
                    <a16:creationId xmlns:a16="http://schemas.microsoft.com/office/drawing/2014/main" id="{EBE47BDA-3406-4FD8-F49E-3B88995753B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565259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69" name="Freeform 21">
              <a:extLst>
                <a:ext uri="{FF2B5EF4-FFF2-40B4-BE49-F238E27FC236}">
                  <a16:creationId xmlns:a16="http://schemas.microsoft.com/office/drawing/2014/main" id="{A460BC9A-A529-68DD-7DF0-C0856CA87341}"/>
                </a:ext>
              </a:extLst>
            </p:cNvPr>
            <p:cNvSpPr/>
            <p:nvPr userDrawn="1"/>
          </p:nvSpPr>
          <p:spPr>
            <a:xfrm>
              <a:off x="8101798" y="2822675"/>
              <a:ext cx="569449" cy="404698"/>
            </a:xfrm>
            <a:custGeom>
              <a:avLst/>
              <a:gdLst/>
              <a:ahLst/>
              <a:cxnLst/>
              <a:rect l="l" t="t" r="r" b="b"/>
              <a:pathLst>
                <a:path w="759265" h="539598">
                  <a:moveTo>
                    <a:pt x="0" y="0"/>
                  </a:moveTo>
                  <a:lnTo>
                    <a:pt x="759265" y="0"/>
                  </a:lnTo>
                  <a:lnTo>
                    <a:pt x="759265" y="539598"/>
                  </a:lnTo>
                  <a:lnTo>
                    <a:pt x="0" y="539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965" r="-17403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0" name="Freeform 22">
              <a:extLst>
                <a:ext uri="{FF2B5EF4-FFF2-40B4-BE49-F238E27FC236}">
                  <a16:creationId xmlns:a16="http://schemas.microsoft.com/office/drawing/2014/main" id="{721C3072-ECA0-29F0-BAC2-ABCF519A337F}"/>
                </a:ext>
              </a:extLst>
            </p:cNvPr>
            <p:cNvSpPr/>
            <p:nvPr userDrawn="1"/>
          </p:nvSpPr>
          <p:spPr>
            <a:xfrm>
              <a:off x="8941707" y="2780633"/>
              <a:ext cx="674103" cy="488782"/>
            </a:xfrm>
            <a:custGeom>
              <a:avLst/>
              <a:gdLst/>
              <a:ahLst/>
              <a:cxnLst/>
              <a:rect l="l" t="t" r="r" b="b"/>
              <a:pathLst>
                <a:path w="898804" h="651710">
                  <a:moveTo>
                    <a:pt x="0" y="0"/>
                  </a:moveTo>
                  <a:lnTo>
                    <a:pt x="898804" y="0"/>
                  </a:lnTo>
                  <a:lnTo>
                    <a:pt x="898804" y="651710"/>
                  </a:lnTo>
                  <a:lnTo>
                    <a:pt x="0" y="651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360" r="-1775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1" name="TextBox 23">
              <a:extLst>
                <a:ext uri="{FF2B5EF4-FFF2-40B4-BE49-F238E27FC236}">
                  <a16:creationId xmlns:a16="http://schemas.microsoft.com/office/drawing/2014/main" id="{B6D32411-6430-1708-3BBD-B75EA23763A8}"/>
                </a:ext>
              </a:extLst>
            </p:cNvPr>
            <p:cNvSpPr txBox="1"/>
            <p:nvPr userDrawn="1"/>
          </p:nvSpPr>
          <p:spPr>
            <a:xfrm>
              <a:off x="6965712" y="3478226"/>
              <a:ext cx="4411548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Pipelines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Monitor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Monitoring and Analytics 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Data Explorer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Real-time Data Insights</a:t>
              </a:r>
            </a:p>
          </p:txBody>
        </p:sp>
        <p:grpSp>
          <p:nvGrpSpPr>
            <p:cNvPr id="172" name="Group 24">
              <a:extLst>
                <a:ext uri="{FF2B5EF4-FFF2-40B4-BE49-F238E27FC236}">
                  <a16:creationId xmlns:a16="http://schemas.microsoft.com/office/drawing/2014/main" id="{AA4024C0-6EFB-9019-2FEF-C019968F933A}"/>
                </a:ext>
              </a:extLst>
            </p:cNvPr>
            <p:cNvGrpSpPr/>
            <p:nvPr userDrawn="1"/>
          </p:nvGrpSpPr>
          <p:grpSpPr>
            <a:xfrm>
              <a:off x="6514275" y="2095128"/>
              <a:ext cx="5314420" cy="469956"/>
              <a:chOff x="0" y="0"/>
              <a:chExt cx="3121208" cy="276009"/>
            </a:xfrm>
          </p:grpSpPr>
          <p:sp>
            <p:nvSpPr>
              <p:cNvPr id="173" name="Freeform 25">
                <a:extLst>
                  <a:ext uri="{FF2B5EF4-FFF2-40B4-BE49-F238E27FC236}">
                    <a16:creationId xmlns:a16="http://schemas.microsoft.com/office/drawing/2014/main" id="{423C4206-1DDE-4453-D6C9-628451B005CF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27600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276009"/>
                    </a:lnTo>
                    <a:lnTo>
                      <a:pt x="0" y="27600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74" name="TextBox 26">
                <a:extLst>
                  <a:ext uri="{FF2B5EF4-FFF2-40B4-BE49-F238E27FC236}">
                    <a16:creationId xmlns:a16="http://schemas.microsoft.com/office/drawing/2014/main" id="{63CB3E8F-860F-E304-0C48-109B4C5758E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0458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75" name="Freeform 27">
              <a:extLst>
                <a:ext uri="{FF2B5EF4-FFF2-40B4-BE49-F238E27FC236}">
                  <a16:creationId xmlns:a16="http://schemas.microsoft.com/office/drawing/2014/main" id="{D7346A00-78B0-C7C2-3600-8BED593AF63D}"/>
                </a:ext>
              </a:extLst>
            </p:cNvPr>
            <p:cNvSpPr/>
            <p:nvPr userDrawn="1"/>
          </p:nvSpPr>
          <p:spPr>
            <a:xfrm>
              <a:off x="9740429" y="2773490"/>
              <a:ext cx="845888" cy="569689"/>
            </a:xfrm>
            <a:custGeom>
              <a:avLst/>
              <a:gdLst/>
              <a:ahLst/>
              <a:cxnLst/>
              <a:rect l="l" t="t" r="r" b="b"/>
              <a:pathLst>
                <a:path w="1127851" h="759585">
                  <a:moveTo>
                    <a:pt x="0" y="0"/>
                  </a:moveTo>
                  <a:lnTo>
                    <a:pt x="1127851" y="0"/>
                  </a:lnTo>
                  <a:lnTo>
                    <a:pt x="1127851" y="759585"/>
                  </a:lnTo>
                  <a:lnTo>
                    <a:pt x="0" y="759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808" t="-9916" b="-991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6" name="Freeform 28">
              <a:extLst>
                <a:ext uri="{FF2B5EF4-FFF2-40B4-BE49-F238E27FC236}">
                  <a16:creationId xmlns:a16="http://schemas.microsoft.com/office/drawing/2014/main" id="{3A914F19-2BB8-B049-636A-B3B7F92BD5A5}"/>
                </a:ext>
              </a:extLst>
            </p:cNvPr>
            <p:cNvSpPr/>
            <p:nvPr userDrawn="1"/>
          </p:nvSpPr>
          <p:spPr>
            <a:xfrm>
              <a:off x="13823313" y="2776887"/>
              <a:ext cx="577636" cy="440444"/>
            </a:xfrm>
            <a:custGeom>
              <a:avLst/>
              <a:gdLst/>
              <a:ahLst/>
              <a:cxnLst/>
              <a:rect l="l" t="t" r="r" b="b"/>
              <a:pathLst>
                <a:path w="770182" h="587259">
                  <a:moveTo>
                    <a:pt x="0" y="0"/>
                  </a:moveTo>
                  <a:lnTo>
                    <a:pt x="770183" y="0"/>
                  </a:lnTo>
                  <a:lnTo>
                    <a:pt x="770183" y="587259"/>
                  </a:lnTo>
                  <a:lnTo>
                    <a:pt x="0" y="587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19" r="-2231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7" name="Freeform 29">
              <a:extLst>
                <a:ext uri="{FF2B5EF4-FFF2-40B4-BE49-F238E27FC236}">
                  <a16:creationId xmlns:a16="http://schemas.microsoft.com/office/drawing/2014/main" id="{A71B7805-4999-2E38-EC0F-BA7E89692565}"/>
                </a:ext>
              </a:extLst>
            </p:cNvPr>
            <p:cNvSpPr/>
            <p:nvPr userDrawn="1"/>
          </p:nvSpPr>
          <p:spPr>
            <a:xfrm>
              <a:off x="14672229" y="2724803"/>
              <a:ext cx="608279" cy="544612"/>
            </a:xfrm>
            <a:custGeom>
              <a:avLst/>
              <a:gdLst/>
              <a:ahLst/>
              <a:cxnLst/>
              <a:rect l="l" t="t" r="r" b="b"/>
              <a:pathLst>
                <a:path w="811039" h="726150">
                  <a:moveTo>
                    <a:pt x="0" y="0"/>
                  </a:moveTo>
                  <a:lnTo>
                    <a:pt x="811040" y="0"/>
                  </a:lnTo>
                  <a:lnTo>
                    <a:pt x="811040" y="726150"/>
                  </a:lnTo>
                  <a:lnTo>
                    <a:pt x="0" y="72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845" b="-58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8" name="Freeform 30">
              <a:extLst>
                <a:ext uri="{FF2B5EF4-FFF2-40B4-BE49-F238E27FC236}">
                  <a16:creationId xmlns:a16="http://schemas.microsoft.com/office/drawing/2014/main" id="{F139A105-90EA-21EC-D261-6A272D235EB0}"/>
                </a:ext>
              </a:extLst>
            </p:cNvPr>
            <p:cNvSpPr/>
            <p:nvPr userDrawn="1"/>
          </p:nvSpPr>
          <p:spPr>
            <a:xfrm>
              <a:off x="15569385" y="2766226"/>
              <a:ext cx="479320" cy="461767"/>
            </a:xfrm>
            <a:custGeom>
              <a:avLst/>
              <a:gdLst/>
              <a:ahLst/>
              <a:cxnLst/>
              <a:rect l="l" t="t" r="r" b="b"/>
              <a:pathLst>
                <a:path w="639094" h="615689">
                  <a:moveTo>
                    <a:pt x="0" y="0"/>
                  </a:moveTo>
                  <a:lnTo>
                    <a:pt x="639094" y="0"/>
                  </a:lnTo>
                  <a:lnTo>
                    <a:pt x="639094" y="615689"/>
                  </a:lnTo>
                  <a:lnTo>
                    <a:pt x="0" y="615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845" b="-58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9" name="TextBox 51">
              <a:extLst>
                <a:ext uri="{FF2B5EF4-FFF2-40B4-BE49-F238E27FC236}">
                  <a16:creationId xmlns:a16="http://schemas.microsoft.com/office/drawing/2014/main" id="{4CE04D1B-BC3E-D581-76CD-25B4616821C8}"/>
                </a:ext>
              </a:extLst>
            </p:cNvPr>
            <p:cNvSpPr txBox="1"/>
            <p:nvPr userDrawn="1"/>
          </p:nvSpPr>
          <p:spPr>
            <a:xfrm>
              <a:off x="1481429" y="2174247"/>
              <a:ext cx="4256834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Enterprise Data Management</a:t>
              </a:r>
            </a:p>
          </p:txBody>
        </p:sp>
        <p:sp>
          <p:nvSpPr>
            <p:cNvPr id="180" name="TextBox 59">
              <a:extLst>
                <a:ext uri="{FF2B5EF4-FFF2-40B4-BE49-F238E27FC236}">
                  <a16:creationId xmlns:a16="http://schemas.microsoft.com/office/drawing/2014/main" id="{483582CB-9C30-5336-B872-F949FFAC4F4D}"/>
                </a:ext>
              </a:extLst>
            </p:cNvPr>
            <p:cNvSpPr txBox="1"/>
            <p:nvPr userDrawn="1"/>
          </p:nvSpPr>
          <p:spPr>
            <a:xfrm>
              <a:off x="1549734" y="3472896"/>
              <a:ext cx="4069934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Analytics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Warehousing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Purview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Unified Data Governance</a:t>
              </a:r>
            </a:p>
          </p:txBody>
        </p:sp>
        <p:sp>
          <p:nvSpPr>
            <p:cNvPr id="181" name="TextBox 60">
              <a:extLst>
                <a:ext uri="{FF2B5EF4-FFF2-40B4-BE49-F238E27FC236}">
                  <a16:creationId xmlns:a16="http://schemas.microsoft.com/office/drawing/2014/main" id="{42E926E2-1E23-83D8-CAD7-D7D4EF23B5E8}"/>
                </a:ext>
              </a:extLst>
            </p:cNvPr>
            <p:cNvSpPr txBox="1"/>
            <p:nvPr userDrawn="1"/>
          </p:nvSpPr>
          <p:spPr>
            <a:xfrm>
              <a:off x="7207287" y="2127155"/>
              <a:ext cx="4279708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Quality &amp; Observability</a:t>
              </a:r>
            </a:p>
          </p:txBody>
        </p:sp>
        <p:sp>
          <p:nvSpPr>
            <p:cNvPr id="182" name="TextBox 61">
              <a:extLst>
                <a:ext uri="{FF2B5EF4-FFF2-40B4-BE49-F238E27FC236}">
                  <a16:creationId xmlns:a16="http://schemas.microsoft.com/office/drawing/2014/main" id="{CD3FDBE4-9361-7121-B1BC-DEC52D5E3F24}"/>
                </a:ext>
              </a:extLst>
            </p:cNvPr>
            <p:cNvSpPr txBox="1"/>
            <p:nvPr userDrawn="1"/>
          </p:nvSpPr>
          <p:spPr>
            <a:xfrm>
              <a:off x="12319159" y="2127153"/>
              <a:ext cx="5314420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MDM and 360 Applications</a:t>
              </a:r>
            </a:p>
          </p:txBody>
        </p:sp>
        <p:sp>
          <p:nvSpPr>
            <p:cNvPr id="183" name="TextBox 62">
              <a:extLst>
                <a:ext uri="{FF2B5EF4-FFF2-40B4-BE49-F238E27FC236}">
                  <a16:creationId xmlns:a16="http://schemas.microsoft.com/office/drawing/2014/main" id="{640ABBE0-F73F-3F9C-27F2-F80589E08D98}"/>
                </a:ext>
              </a:extLst>
            </p:cNvPr>
            <p:cNvSpPr txBox="1"/>
            <p:nvPr userDrawn="1"/>
          </p:nvSpPr>
          <p:spPr>
            <a:xfrm>
              <a:off x="12766153" y="3446018"/>
              <a:ext cx="4420431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ETL/ELT Pipelines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SQL Database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Storage and MDM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Machine Learning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 for 360-Degree Customer Views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636E38B-A73E-7BFA-2594-4C777C7637FD}"/>
              </a:ext>
            </a:extLst>
          </p:cNvPr>
          <p:cNvGrpSpPr/>
          <p:nvPr userDrawn="1"/>
        </p:nvGrpSpPr>
        <p:grpSpPr>
          <a:xfrm>
            <a:off x="578467" y="3858914"/>
            <a:ext cx="10842908" cy="2255799"/>
            <a:chOff x="535006" y="3957170"/>
            <a:chExt cx="16526740" cy="3438285"/>
          </a:xfrm>
        </p:grpSpPr>
        <p:grpSp>
          <p:nvGrpSpPr>
            <p:cNvPr id="185" name="Group 31">
              <a:extLst>
                <a:ext uri="{FF2B5EF4-FFF2-40B4-BE49-F238E27FC236}">
                  <a16:creationId xmlns:a16="http://schemas.microsoft.com/office/drawing/2014/main" id="{E40D9239-8883-8F46-859B-F24F0FB669E0}"/>
                </a:ext>
              </a:extLst>
            </p:cNvPr>
            <p:cNvGrpSpPr/>
            <p:nvPr userDrawn="1"/>
          </p:nvGrpSpPr>
          <p:grpSpPr>
            <a:xfrm>
              <a:off x="535006" y="4490120"/>
              <a:ext cx="5314420" cy="2905335"/>
              <a:chOff x="0" y="0"/>
              <a:chExt cx="3121208" cy="1706330"/>
            </a:xfrm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3795C89F-80A3-E50D-6939-C937A3A0F3A6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87" name="TextBox 33">
                <a:extLst>
                  <a:ext uri="{FF2B5EF4-FFF2-40B4-BE49-F238E27FC236}">
                    <a16:creationId xmlns:a16="http://schemas.microsoft.com/office/drawing/2014/main" id="{04588AA5-37FF-A8AD-72EF-5164F7A832F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88" name="Group 34">
              <a:extLst>
                <a:ext uri="{FF2B5EF4-FFF2-40B4-BE49-F238E27FC236}">
                  <a16:creationId xmlns:a16="http://schemas.microsoft.com/office/drawing/2014/main" id="{52C47D11-86F7-8B45-D90A-F86FD26A141A}"/>
                </a:ext>
              </a:extLst>
            </p:cNvPr>
            <p:cNvGrpSpPr/>
            <p:nvPr userDrawn="1"/>
          </p:nvGrpSpPr>
          <p:grpSpPr>
            <a:xfrm>
              <a:off x="535006" y="3957170"/>
              <a:ext cx="5314420" cy="532951"/>
              <a:chOff x="0" y="0"/>
              <a:chExt cx="3121208" cy="313007"/>
            </a:xfrm>
          </p:grpSpPr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070B08CE-D690-211C-DAC8-E8FA469359D1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0" name="TextBox 36">
                <a:extLst>
                  <a:ext uri="{FF2B5EF4-FFF2-40B4-BE49-F238E27FC236}">
                    <a16:creationId xmlns:a16="http://schemas.microsoft.com/office/drawing/2014/main" id="{901D4DF1-1E6B-7D3D-1A22-B1E96D5E16A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1" name="Group 37">
              <a:extLst>
                <a:ext uri="{FF2B5EF4-FFF2-40B4-BE49-F238E27FC236}">
                  <a16:creationId xmlns:a16="http://schemas.microsoft.com/office/drawing/2014/main" id="{C4683DF2-EA84-5912-B399-2A15615BB659}"/>
                </a:ext>
              </a:extLst>
            </p:cNvPr>
            <p:cNvGrpSpPr/>
            <p:nvPr userDrawn="1"/>
          </p:nvGrpSpPr>
          <p:grpSpPr>
            <a:xfrm>
              <a:off x="6141166" y="4490120"/>
              <a:ext cx="5314420" cy="2905335"/>
              <a:chOff x="0" y="0"/>
              <a:chExt cx="3121208" cy="1706330"/>
            </a:xfrm>
          </p:grpSpPr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A4CCE416-1D7A-523C-8522-76C0CDE3F14A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3" name="TextBox 39">
                <a:extLst>
                  <a:ext uri="{FF2B5EF4-FFF2-40B4-BE49-F238E27FC236}">
                    <a16:creationId xmlns:a16="http://schemas.microsoft.com/office/drawing/2014/main" id="{36D4BB76-7A23-43FE-771D-E12C598B088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4" name="Group 40">
              <a:extLst>
                <a:ext uri="{FF2B5EF4-FFF2-40B4-BE49-F238E27FC236}">
                  <a16:creationId xmlns:a16="http://schemas.microsoft.com/office/drawing/2014/main" id="{5E8D4FEC-3312-697B-78CB-3A44A5831317}"/>
                </a:ext>
              </a:extLst>
            </p:cNvPr>
            <p:cNvGrpSpPr/>
            <p:nvPr userDrawn="1"/>
          </p:nvGrpSpPr>
          <p:grpSpPr>
            <a:xfrm>
              <a:off x="6141166" y="3957170"/>
              <a:ext cx="5314420" cy="532951"/>
              <a:chOff x="0" y="0"/>
              <a:chExt cx="3121208" cy="313007"/>
            </a:xfrm>
          </p:grpSpPr>
          <p:sp>
            <p:nvSpPr>
              <p:cNvPr id="195" name="Freeform 41">
                <a:extLst>
                  <a:ext uri="{FF2B5EF4-FFF2-40B4-BE49-F238E27FC236}">
                    <a16:creationId xmlns:a16="http://schemas.microsoft.com/office/drawing/2014/main" id="{F1D170DE-67D9-56F6-9BB1-947712251427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6" name="TextBox 42">
                <a:extLst>
                  <a:ext uri="{FF2B5EF4-FFF2-40B4-BE49-F238E27FC236}">
                    <a16:creationId xmlns:a16="http://schemas.microsoft.com/office/drawing/2014/main" id="{650A6C2A-6FC6-AECA-65C7-E9D2DF45BC9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7" name="Group 43">
              <a:extLst>
                <a:ext uri="{FF2B5EF4-FFF2-40B4-BE49-F238E27FC236}">
                  <a16:creationId xmlns:a16="http://schemas.microsoft.com/office/drawing/2014/main" id="{10A3A975-F62E-4399-06A0-7C154B9F1D99}"/>
                </a:ext>
              </a:extLst>
            </p:cNvPr>
            <p:cNvGrpSpPr/>
            <p:nvPr userDrawn="1"/>
          </p:nvGrpSpPr>
          <p:grpSpPr>
            <a:xfrm>
              <a:off x="11747326" y="4441466"/>
              <a:ext cx="5314420" cy="2953989"/>
              <a:chOff x="0" y="-28575"/>
              <a:chExt cx="3121208" cy="1734905"/>
            </a:xfrm>
          </p:grpSpPr>
          <p:sp>
            <p:nvSpPr>
              <p:cNvPr id="198" name="Freeform 44">
                <a:extLst>
                  <a:ext uri="{FF2B5EF4-FFF2-40B4-BE49-F238E27FC236}">
                    <a16:creationId xmlns:a16="http://schemas.microsoft.com/office/drawing/2014/main" id="{C5A76F52-96F9-E40A-224A-D5D36105F45D}"/>
                  </a:ext>
                </a:extLst>
              </p:cNvPr>
              <p:cNvSpPr/>
              <p:nvPr/>
            </p:nvSpPr>
            <p:spPr>
              <a:xfrm>
                <a:off x="0" y="-1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9" name="TextBox 45">
                <a:extLst>
                  <a:ext uri="{FF2B5EF4-FFF2-40B4-BE49-F238E27FC236}">
                    <a16:creationId xmlns:a16="http://schemas.microsoft.com/office/drawing/2014/main" id="{8B45E9CF-1B9E-833A-C3F4-BBB6424721C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200" name="Group 46">
              <a:extLst>
                <a:ext uri="{FF2B5EF4-FFF2-40B4-BE49-F238E27FC236}">
                  <a16:creationId xmlns:a16="http://schemas.microsoft.com/office/drawing/2014/main" id="{0EECE620-BBFD-0E0D-D133-16F63ED3A6ED}"/>
                </a:ext>
              </a:extLst>
            </p:cNvPr>
            <p:cNvGrpSpPr/>
            <p:nvPr userDrawn="1"/>
          </p:nvGrpSpPr>
          <p:grpSpPr>
            <a:xfrm>
              <a:off x="11747326" y="3957170"/>
              <a:ext cx="5314420" cy="532951"/>
              <a:chOff x="0" y="0"/>
              <a:chExt cx="3121208" cy="313007"/>
            </a:xfrm>
          </p:grpSpPr>
          <p:sp>
            <p:nvSpPr>
              <p:cNvPr id="201" name="Freeform 47">
                <a:extLst>
                  <a:ext uri="{FF2B5EF4-FFF2-40B4-BE49-F238E27FC236}">
                    <a16:creationId xmlns:a16="http://schemas.microsoft.com/office/drawing/2014/main" id="{71084AE8-2FBA-CBCC-9461-82B31E0DA6AB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202" name="TextBox 48">
                <a:extLst>
                  <a:ext uri="{FF2B5EF4-FFF2-40B4-BE49-F238E27FC236}">
                    <a16:creationId xmlns:a16="http://schemas.microsoft.com/office/drawing/2014/main" id="{F036EDE6-CFB7-9748-9381-20BD177E448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203" name="Freeform 49">
              <a:extLst>
                <a:ext uri="{FF2B5EF4-FFF2-40B4-BE49-F238E27FC236}">
                  <a16:creationId xmlns:a16="http://schemas.microsoft.com/office/drawing/2014/main" id="{183C40EE-03D9-9406-8206-0E5D0175035E}"/>
                </a:ext>
              </a:extLst>
            </p:cNvPr>
            <p:cNvSpPr/>
            <p:nvPr userDrawn="1"/>
          </p:nvSpPr>
          <p:spPr>
            <a:xfrm>
              <a:off x="2068838" y="4599048"/>
              <a:ext cx="656604" cy="599459"/>
            </a:xfrm>
            <a:custGeom>
              <a:avLst/>
              <a:gdLst/>
              <a:ahLst/>
              <a:cxnLst/>
              <a:rect l="l" t="t" r="r" b="b"/>
              <a:pathLst>
                <a:path w="875472" h="799279">
                  <a:moveTo>
                    <a:pt x="0" y="0"/>
                  </a:moveTo>
                  <a:lnTo>
                    <a:pt x="875472" y="0"/>
                  </a:lnTo>
                  <a:lnTo>
                    <a:pt x="875472" y="799279"/>
                  </a:lnTo>
                  <a:lnTo>
                    <a:pt x="0" y="799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4766" b="-476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4" name="Freeform 50">
              <a:extLst>
                <a:ext uri="{FF2B5EF4-FFF2-40B4-BE49-F238E27FC236}">
                  <a16:creationId xmlns:a16="http://schemas.microsoft.com/office/drawing/2014/main" id="{DC26CE23-35E7-61C7-9BE8-CBB7336F21EB}"/>
                </a:ext>
              </a:extLst>
            </p:cNvPr>
            <p:cNvSpPr/>
            <p:nvPr userDrawn="1"/>
          </p:nvSpPr>
          <p:spPr>
            <a:xfrm>
              <a:off x="2750194" y="4671523"/>
              <a:ext cx="948259" cy="454509"/>
            </a:xfrm>
            <a:custGeom>
              <a:avLst/>
              <a:gdLst/>
              <a:ahLst/>
              <a:cxnLst/>
              <a:rect l="l" t="t" r="r" b="b"/>
              <a:pathLst>
                <a:path w="1264345" h="606012">
                  <a:moveTo>
                    <a:pt x="0" y="0"/>
                  </a:moveTo>
                  <a:lnTo>
                    <a:pt x="1264345" y="0"/>
                  </a:lnTo>
                  <a:lnTo>
                    <a:pt x="1264345" y="606012"/>
                  </a:lnTo>
                  <a:lnTo>
                    <a:pt x="0" y="6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4766" b="-476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5" name="Freeform 52">
              <a:extLst>
                <a:ext uri="{FF2B5EF4-FFF2-40B4-BE49-F238E27FC236}">
                  <a16:creationId xmlns:a16="http://schemas.microsoft.com/office/drawing/2014/main" id="{C085FA8F-8AE1-9DB4-6248-848C486A083E}"/>
                </a:ext>
              </a:extLst>
            </p:cNvPr>
            <p:cNvSpPr/>
            <p:nvPr userDrawn="1"/>
          </p:nvSpPr>
          <p:spPr>
            <a:xfrm>
              <a:off x="3828891" y="4671523"/>
              <a:ext cx="489908" cy="454509"/>
            </a:xfrm>
            <a:custGeom>
              <a:avLst/>
              <a:gdLst/>
              <a:ahLst/>
              <a:cxnLst/>
              <a:rect l="l" t="t" r="r" b="b"/>
              <a:pathLst>
                <a:path w="653211" h="606012">
                  <a:moveTo>
                    <a:pt x="0" y="0"/>
                  </a:moveTo>
                  <a:lnTo>
                    <a:pt x="653211" y="0"/>
                  </a:lnTo>
                  <a:lnTo>
                    <a:pt x="653211" y="606012"/>
                  </a:lnTo>
                  <a:lnTo>
                    <a:pt x="0" y="6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894" b="-3894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6" name="Freeform 53">
              <a:extLst>
                <a:ext uri="{FF2B5EF4-FFF2-40B4-BE49-F238E27FC236}">
                  <a16:creationId xmlns:a16="http://schemas.microsoft.com/office/drawing/2014/main" id="{21CCC44B-D559-7E45-2207-1D821041DC8E}"/>
                </a:ext>
              </a:extLst>
            </p:cNvPr>
            <p:cNvSpPr/>
            <p:nvPr userDrawn="1"/>
          </p:nvSpPr>
          <p:spPr>
            <a:xfrm>
              <a:off x="7659713" y="4730932"/>
              <a:ext cx="692404" cy="335692"/>
            </a:xfrm>
            <a:custGeom>
              <a:avLst/>
              <a:gdLst/>
              <a:ahLst/>
              <a:cxnLst/>
              <a:rect l="l" t="t" r="r" b="b"/>
              <a:pathLst>
                <a:path w="923206" h="447589">
                  <a:moveTo>
                    <a:pt x="0" y="0"/>
                  </a:moveTo>
                  <a:lnTo>
                    <a:pt x="923207" y="0"/>
                  </a:lnTo>
                  <a:lnTo>
                    <a:pt x="923207" y="447589"/>
                  </a:lnTo>
                  <a:lnTo>
                    <a:pt x="0" y="447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649" b="-5461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7" name="Freeform 54">
              <a:extLst>
                <a:ext uri="{FF2B5EF4-FFF2-40B4-BE49-F238E27FC236}">
                  <a16:creationId xmlns:a16="http://schemas.microsoft.com/office/drawing/2014/main" id="{EB21ECE3-E762-4C1E-97DC-2288B59C2FE9}"/>
                </a:ext>
              </a:extLst>
            </p:cNvPr>
            <p:cNvSpPr/>
            <p:nvPr userDrawn="1"/>
          </p:nvSpPr>
          <p:spPr>
            <a:xfrm>
              <a:off x="8684942" y="4680815"/>
              <a:ext cx="536954" cy="435925"/>
            </a:xfrm>
            <a:custGeom>
              <a:avLst/>
              <a:gdLst/>
              <a:ahLst/>
              <a:cxnLst/>
              <a:rect l="l" t="t" r="r" b="b"/>
              <a:pathLst>
                <a:path w="715939" h="581233">
                  <a:moveTo>
                    <a:pt x="0" y="0"/>
                  </a:moveTo>
                  <a:lnTo>
                    <a:pt x="715939" y="0"/>
                  </a:lnTo>
                  <a:lnTo>
                    <a:pt x="715939" y="581233"/>
                  </a:lnTo>
                  <a:lnTo>
                    <a:pt x="0" y="581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1587" b="-11587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8" name="Freeform 55">
              <a:extLst>
                <a:ext uri="{FF2B5EF4-FFF2-40B4-BE49-F238E27FC236}">
                  <a16:creationId xmlns:a16="http://schemas.microsoft.com/office/drawing/2014/main" id="{1C6C32E5-F100-BFCF-C8FF-6FF6264ADDC2}"/>
                </a:ext>
              </a:extLst>
            </p:cNvPr>
            <p:cNvSpPr/>
            <p:nvPr userDrawn="1"/>
          </p:nvSpPr>
          <p:spPr>
            <a:xfrm>
              <a:off x="9588485" y="4705874"/>
              <a:ext cx="498040" cy="385808"/>
            </a:xfrm>
            <a:custGeom>
              <a:avLst/>
              <a:gdLst/>
              <a:ahLst/>
              <a:cxnLst/>
              <a:rect l="l" t="t" r="r" b="b"/>
              <a:pathLst>
                <a:path w="664053" h="514411">
                  <a:moveTo>
                    <a:pt x="0" y="0"/>
                  </a:moveTo>
                  <a:lnTo>
                    <a:pt x="664053" y="0"/>
                  </a:lnTo>
                  <a:lnTo>
                    <a:pt x="664053" y="514411"/>
                  </a:lnTo>
                  <a:lnTo>
                    <a:pt x="0" y="514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42426" r="-48257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9" name="Freeform 56">
              <a:extLst>
                <a:ext uri="{FF2B5EF4-FFF2-40B4-BE49-F238E27FC236}">
                  <a16:creationId xmlns:a16="http://schemas.microsoft.com/office/drawing/2014/main" id="{19C65CF1-B18A-C3A2-9222-77C1837B888D}"/>
                </a:ext>
              </a:extLst>
            </p:cNvPr>
            <p:cNvSpPr/>
            <p:nvPr userDrawn="1"/>
          </p:nvSpPr>
          <p:spPr>
            <a:xfrm>
              <a:off x="13717835" y="4733887"/>
              <a:ext cx="598188" cy="449058"/>
            </a:xfrm>
            <a:custGeom>
              <a:avLst/>
              <a:gdLst/>
              <a:ahLst/>
              <a:cxnLst/>
              <a:rect l="l" t="t" r="r" b="b"/>
              <a:pathLst>
                <a:path w="797584" h="598744">
                  <a:moveTo>
                    <a:pt x="0" y="0"/>
                  </a:moveTo>
                  <a:lnTo>
                    <a:pt x="797584" y="0"/>
                  </a:lnTo>
                  <a:lnTo>
                    <a:pt x="797584" y="598744"/>
                  </a:lnTo>
                  <a:lnTo>
                    <a:pt x="0" y="598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791" r="-21198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0" name="Freeform 57">
              <a:extLst>
                <a:ext uri="{FF2B5EF4-FFF2-40B4-BE49-F238E27FC236}">
                  <a16:creationId xmlns:a16="http://schemas.microsoft.com/office/drawing/2014/main" id="{18539E69-F4EE-8DB1-E1D0-8173360CAAF3}"/>
                </a:ext>
              </a:extLst>
            </p:cNvPr>
            <p:cNvSpPr/>
            <p:nvPr userDrawn="1"/>
          </p:nvSpPr>
          <p:spPr>
            <a:xfrm>
              <a:off x="14387763" y="4686286"/>
              <a:ext cx="817273" cy="565522"/>
            </a:xfrm>
            <a:custGeom>
              <a:avLst/>
              <a:gdLst/>
              <a:ahLst/>
              <a:cxnLst/>
              <a:rect l="l" t="t" r="r" b="b"/>
              <a:pathLst>
                <a:path w="1089697" h="754029">
                  <a:moveTo>
                    <a:pt x="0" y="0"/>
                  </a:moveTo>
                  <a:lnTo>
                    <a:pt x="1089697" y="0"/>
                  </a:lnTo>
                  <a:lnTo>
                    <a:pt x="1089697" y="754029"/>
                  </a:lnTo>
                  <a:lnTo>
                    <a:pt x="0" y="754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22" b="-672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1" name="Freeform 58">
              <a:extLst>
                <a:ext uri="{FF2B5EF4-FFF2-40B4-BE49-F238E27FC236}">
                  <a16:creationId xmlns:a16="http://schemas.microsoft.com/office/drawing/2014/main" id="{78236602-DD4E-0139-0AAF-C79A1765B11B}"/>
                </a:ext>
              </a:extLst>
            </p:cNvPr>
            <p:cNvSpPr/>
            <p:nvPr userDrawn="1"/>
          </p:nvSpPr>
          <p:spPr>
            <a:xfrm>
              <a:off x="15231869" y="4660892"/>
              <a:ext cx="463183" cy="595048"/>
            </a:xfrm>
            <a:custGeom>
              <a:avLst/>
              <a:gdLst/>
              <a:ahLst/>
              <a:cxnLst/>
              <a:rect l="l" t="t" r="r" b="b"/>
              <a:pathLst>
                <a:path w="617577" h="793397">
                  <a:moveTo>
                    <a:pt x="0" y="0"/>
                  </a:moveTo>
                  <a:lnTo>
                    <a:pt x="617577" y="0"/>
                  </a:lnTo>
                  <a:lnTo>
                    <a:pt x="617577" y="793396"/>
                  </a:lnTo>
                  <a:lnTo>
                    <a:pt x="0" y="793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46330" t="-8227" r="-24527" b="-904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2" name="TextBox 63">
              <a:extLst>
                <a:ext uri="{FF2B5EF4-FFF2-40B4-BE49-F238E27FC236}">
                  <a16:creationId xmlns:a16="http://schemas.microsoft.com/office/drawing/2014/main" id="{C79AB860-9B63-3696-E9F0-932E30EE1EFB}"/>
                </a:ext>
              </a:extLst>
            </p:cNvPr>
            <p:cNvSpPr txBox="1"/>
            <p:nvPr userDrawn="1"/>
          </p:nvSpPr>
          <p:spPr>
            <a:xfrm>
              <a:off x="938051" y="4005222"/>
              <a:ext cx="4610574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API and Application Integration</a:t>
              </a:r>
            </a:p>
          </p:txBody>
        </p:sp>
        <p:sp>
          <p:nvSpPr>
            <p:cNvPr id="213" name="TextBox 64">
              <a:extLst>
                <a:ext uri="{FF2B5EF4-FFF2-40B4-BE49-F238E27FC236}">
                  <a16:creationId xmlns:a16="http://schemas.microsoft.com/office/drawing/2014/main" id="{BE83DE75-B8FF-EC8A-0F33-37A2FB0A5551}"/>
                </a:ext>
              </a:extLst>
            </p:cNvPr>
            <p:cNvSpPr txBox="1"/>
            <p:nvPr userDrawn="1"/>
          </p:nvSpPr>
          <p:spPr>
            <a:xfrm>
              <a:off x="11719176" y="4015605"/>
              <a:ext cx="5287786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 and Engineering</a:t>
              </a:r>
            </a:p>
          </p:txBody>
        </p:sp>
        <p:sp>
          <p:nvSpPr>
            <p:cNvPr id="214" name="TextBox 65">
              <a:extLst>
                <a:ext uri="{FF2B5EF4-FFF2-40B4-BE49-F238E27FC236}">
                  <a16:creationId xmlns:a16="http://schemas.microsoft.com/office/drawing/2014/main" id="{D1240EAD-A50C-D5F3-8904-6A4AF83B5DB7}"/>
                </a:ext>
              </a:extLst>
            </p:cNvPr>
            <p:cNvSpPr txBox="1"/>
            <p:nvPr userDrawn="1"/>
          </p:nvSpPr>
          <p:spPr>
            <a:xfrm>
              <a:off x="12824324" y="5308951"/>
              <a:ext cx="3629056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ETL/ELT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Analytics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Big Data Analytics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Databricks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Engineering &amp; Machine Learning Workflows</a:t>
              </a:r>
            </a:p>
          </p:txBody>
        </p:sp>
        <p:sp>
          <p:nvSpPr>
            <p:cNvPr id="215" name="TextBox 66">
              <a:extLst>
                <a:ext uri="{FF2B5EF4-FFF2-40B4-BE49-F238E27FC236}">
                  <a16:creationId xmlns:a16="http://schemas.microsoft.com/office/drawing/2014/main" id="{91886873-7F3E-FDA0-A8CC-D4CE42D3AAD9}"/>
                </a:ext>
              </a:extLst>
            </p:cNvPr>
            <p:cNvSpPr txBox="1"/>
            <p:nvPr userDrawn="1"/>
          </p:nvSpPr>
          <p:spPr>
            <a:xfrm>
              <a:off x="6614238" y="3996927"/>
              <a:ext cx="4295334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Governance &amp; Privacy</a:t>
              </a:r>
            </a:p>
          </p:txBody>
        </p:sp>
        <p:sp>
          <p:nvSpPr>
            <p:cNvPr id="216" name="TextBox 67">
              <a:extLst>
                <a:ext uri="{FF2B5EF4-FFF2-40B4-BE49-F238E27FC236}">
                  <a16:creationId xmlns:a16="http://schemas.microsoft.com/office/drawing/2014/main" id="{C3D3C76E-B763-0064-5084-21D25D92B34A}"/>
                </a:ext>
              </a:extLst>
            </p:cNvPr>
            <p:cNvSpPr txBox="1"/>
            <p:nvPr userDrawn="1"/>
          </p:nvSpPr>
          <p:spPr>
            <a:xfrm>
              <a:off x="6373547" y="5458324"/>
              <a:ext cx="4849658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Purview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Catalog and Governance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Microsoft Defender for Cloud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Security and Compliance 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Key Vault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Secrets and Certificates</a:t>
              </a:r>
            </a:p>
          </p:txBody>
        </p:sp>
        <p:sp>
          <p:nvSpPr>
            <p:cNvPr id="217" name="TextBox 68">
              <a:extLst>
                <a:ext uri="{FF2B5EF4-FFF2-40B4-BE49-F238E27FC236}">
                  <a16:creationId xmlns:a16="http://schemas.microsoft.com/office/drawing/2014/main" id="{B9E44A87-F0C0-023F-4430-1979802E6019}"/>
                </a:ext>
              </a:extLst>
            </p:cNvPr>
            <p:cNvSpPr txBox="1"/>
            <p:nvPr userDrawn="1"/>
          </p:nvSpPr>
          <p:spPr>
            <a:xfrm>
              <a:off x="938051" y="5476564"/>
              <a:ext cx="4467040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API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API Gateway and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Logic Apps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Workflow Automation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Service Bus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Messaging and Integration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829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4AF3B55-A045-2B4B-7287-F77D3E1608D0}"/>
              </a:ext>
            </a:extLst>
          </p:cNvPr>
          <p:cNvGrpSpPr/>
          <p:nvPr userDrawn="1"/>
        </p:nvGrpSpPr>
        <p:grpSpPr>
          <a:xfrm>
            <a:off x="-416560" y="-213360"/>
            <a:ext cx="12913360" cy="7071361"/>
            <a:chOff x="-664599" y="0"/>
            <a:chExt cx="19653709" cy="1058516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1B7DAA2-0A90-14BA-EE03-00ED324EF0FF}"/>
                </a:ext>
              </a:extLst>
            </p:cNvPr>
            <p:cNvGrpSpPr/>
            <p:nvPr userDrawn="1"/>
          </p:nvGrpSpPr>
          <p:grpSpPr>
            <a:xfrm>
              <a:off x="15872782" y="266590"/>
              <a:ext cx="3116328" cy="10287000"/>
              <a:chOff x="48679" y="355453"/>
              <a:chExt cx="4155104" cy="137160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A0DA9A2-02C2-0329-147E-FF3C94864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0560" r="33550"/>
              <a:stretch>
                <a:fillRect/>
              </a:stretch>
            </p:blipFill>
            <p:spPr>
              <a:xfrm>
                <a:off x="48679" y="355453"/>
                <a:ext cx="4155104" cy="137160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23573F-4CAE-F415-3963-69AC2BE99650}"/>
                </a:ext>
              </a:extLst>
            </p:cNvPr>
            <p:cNvGrpSpPr/>
            <p:nvPr userDrawn="1"/>
          </p:nvGrpSpPr>
          <p:grpSpPr>
            <a:xfrm>
              <a:off x="-2366" y="0"/>
              <a:ext cx="2451728" cy="10287000"/>
              <a:chOff x="0" y="0"/>
              <a:chExt cx="3268971" cy="1371600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78F667F-9563-F5D8-EDDF-FC8ADD239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639" r="65544"/>
              <a:stretch>
                <a:fillRect/>
              </a:stretch>
            </p:blipFill>
            <p:spPr>
              <a:xfrm>
                <a:off x="0" y="0"/>
                <a:ext cx="3268971" cy="137160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8FEB7E-7AF8-FFC5-B15D-D8CD5901C19F}"/>
                </a:ext>
              </a:extLst>
            </p:cNvPr>
            <p:cNvGrpSpPr/>
            <p:nvPr userDrawn="1"/>
          </p:nvGrpSpPr>
          <p:grpSpPr>
            <a:xfrm rot="-5400000">
              <a:off x="8305195" y="-62235"/>
              <a:ext cx="1677610" cy="19617198"/>
              <a:chOff x="0" y="0"/>
              <a:chExt cx="474035" cy="5543149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B8FDE42-4EF0-D1D5-6CAA-0EA98E39F0DF}"/>
                  </a:ext>
                </a:extLst>
              </p:cNvPr>
              <p:cNvSpPr/>
              <p:nvPr/>
            </p:nvSpPr>
            <p:spPr>
              <a:xfrm>
                <a:off x="0" y="0"/>
                <a:ext cx="474035" cy="5543149"/>
              </a:xfrm>
              <a:custGeom>
                <a:avLst/>
                <a:gdLst/>
                <a:ahLst/>
                <a:cxnLst/>
                <a:rect l="l" t="t" r="r" b="b"/>
                <a:pathLst>
                  <a:path w="474035" h="5543149">
                    <a:moveTo>
                      <a:pt x="0" y="0"/>
                    </a:moveTo>
                    <a:lnTo>
                      <a:pt x="474035" y="0"/>
                    </a:lnTo>
                    <a:lnTo>
                      <a:pt x="474035" y="5543149"/>
                    </a:lnTo>
                    <a:lnTo>
                      <a:pt x="0" y="554314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5764F6-24A2-15BC-C48B-B266D46E60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74035" cy="55812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9B2DF8-BD17-2F0A-0F5F-03692C94BCF3}"/>
                </a:ext>
              </a:extLst>
            </p:cNvPr>
            <p:cNvSpPr txBox="1"/>
            <p:nvPr userDrawn="1"/>
          </p:nvSpPr>
          <p:spPr>
            <a:xfrm>
              <a:off x="3534246" y="1665261"/>
              <a:ext cx="11712875" cy="1751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20"/>
                </a:lnSpc>
              </a:pPr>
              <a:r>
                <a:rPr lang="en-US" sz="9000" b="1">
                  <a:solidFill>
                    <a:srgbClr val="C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Contact Us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8108E7-3B70-7B4E-04F2-E7BA84328F81}"/>
                </a:ext>
              </a:extLst>
            </p:cNvPr>
            <p:cNvSpPr txBox="1"/>
            <p:nvPr userDrawn="1"/>
          </p:nvSpPr>
          <p:spPr>
            <a:xfrm>
              <a:off x="6214387" y="3270870"/>
              <a:ext cx="5855162" cy="826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1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LOCATIONS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85A3D-7306-8D3D-7452-A2E248614F29}"/>
                </a:ext>
              </a:extLst>
            </p:cNvPr>
            <p:cNvSpPr txBox="1"/>
            <p:nvPr userDrawn="1"/>
          </p:nvSpPr>
          <p:spPr>
            <a:xfrm>
              <a:off x="4552728" y="4236333"/>
              <a:ext cx="10325366" cy="554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Ahmedabad | Bangalore | </a:t>
              </a:r>
              <a:r>
                <a:rPr lang="en-US" sz="1600" spc="114" err="1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Deoghar</a:t>
              </a: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| Dubai | USA | Saudi | Singapore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F5EC70-AFAF-58AF-ADB8-ADB50CEF11A7}"/>
                </a:ext>
              </a:extLst>
            </p:cNvPr>
            <p:cNvSpPr txBox="1"/>
            <p:nvPr userDrawn="1"/>
          </p:nvSpPr>
          <p:spPr>
            <a:xfrm>
              <a:off x="6214387" y="4763817"/>
              <a:ext cx="5855162" cy="84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lnSpc>
                  <a:spcPts val="4899"/>
                </a:lnSpc>
                <a:defRPr sz="2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</a:defRPr>
              </a:lvl1pPr>
            </a:lstStyle>
            <a:p>
              <a:pPr lvl="0"/>
              <a:r>
                <a:rPr lang="en-US" sz="1800">
                  <a:sym typeface="Roboto"/>
                </a:rPr>
                <a:t>EMAIL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75DF4F-7092-0B5E-3697-6D990816135F}"/>
                </a:ext>
              </a:extLst>
            </p:cNvPr>
            <p:cNvSpPr txBox="1"/>
            <p:nvPr userDrawn="1"/>
          </p:nvSpPr>
          <p:spPr>
            <a:xfrm>
              <a:off x="6214387" y="5430946"/>
              <a:ext cx="5855162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info@datainfa.com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0B8FB1-6DE1-2EE4-64CF-E82049429B1A}"/>
                </a:ext>
              </a:extLst>
            </p:cNvPr>
            <p:cNvSpPr txBox="1"/>
            <p:nvPr userDrawn="1"/>
          </p:nvSpPr>
          <p:spPr>
            <a:xfrm>
              <a:off x="6214387" y="6238264"/>
              <a:ext cx="5855162" cy="826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4899"/>
                </a:lnSpc>
                <a:defRPr sz="2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</a:defRPr>
              </a:lvl1pPr>
            </a:lstStyle>
            <a:p>
              <a:pPr lvl="0"/>
              <a:r>
                <a:rPr lang="en-US" sz="1800">
                  <a:sym typeface="Roboto"/>
                </a:rPr>
                <a:t>PHONE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4714B7-54E3-6FE8-A592-8BB54BE8496C}"/>
                </a:ext>
              </a:extLst>
            </p:cNvPr>
            <p:cNvSpPr txBox="1"/>
            <p:nvPr userDrawn="1"/>
          </p:nvSpPr>
          <p:spPr>
            <a:xfrm>
              <a:off x="6214387" y="6962285"/>
              <a:ext cx="5855162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+91 79 49171987 | +971 52197 0796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D27CFD-8720-48B9-2604-8468C953C7D6}"/>
                </a:ext>
              </a:extLst>
            </p:cNvPr>
            <p:cNvSpPr txBox="1"/>
            <p:nvPr userDrawn="1"/>
          </p:nvSpPr>
          <p:spPr>
            <a:xfrm>
              <a:off x="2678333" y="9637068"/>
              <a:ext cx="4070449" cy="5888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www.datainfa.com</a:t>
              </a: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6A9F2-221A-7C4A-3939-87CD9E5DC62E}"/>
                </a:ext>
              </a:extLst>
            </p:cNvPr>
            <p:cNvSpPr/>
            <p:nvPr userDrawn="1"/>
          </p:nvSpPr>
          <p:spPr>
            <a:xfrm>
              <a:off x="3534246" y="6409124"/>
              <a:ext cx="2516659" cy="3019991"/>
            </a:xfrm>
            <a:custGeom>
              <a:avLst/>
              <a:gdLst/>
              <a:ahLst/>
              <a:cxnLst/>
              <a:rect l="l" t="t" r="r" b="b"/>
              <a:pathLst>
                <a:path w="2516659" h="3019991">
                  <a:moveTo>
                    <a:pt x="0" y="0"/>
                  </a:moveTo>
                  <a:lnTo>
                    <a:pt x="2516659" y="0"/>
                  </a:lnTo>
                  <a:lnTo>
                    <a:pt x="2516659" y="3019991"/>
                  </a:lnTo>
                  <a:lnTo>
                    <a:pt x="0" y="3019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2C6992D-CE99-7971-E171-47831757B421}"/>
                </a:ext>
              </a:extLst>
            </p:cNvPr>
            <p:cNvSpPr/>
            <p:nvPr userDrawn="1"/>
          </p:nvSpPr>
          <p:spPr>
            <a:xfrm>
              <a:off x="12230663" y="8006213"/>
              <a:ext cx="1502242" cy="1802690"/>
            </a:xfrm>
            <a:custGeom>
              <a:avLst/>
              <a:gdLst/>
              <a:ahLst/>
              <a:cxnLst/>
              <a:rect l="l" t="t" r="r" b="b"/>
              <a:pathLst>
                <a:path w="1502242" h="1802690">
                  <a:moveTo>
                    <a:pt x="0" y="0"/>
                  </a:moveTo>
                  <a:lnTo>
                    <a:pt x="1502241" y="0"/>
                  </a:lnTo>
                  <a:lnTo>
                    <a:pt x="1502241" y="1802690"/>
                  </a:lnTo>
                  <a:lnTo>
                    <a:pt x="0" y="180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1C3B7ED-BFF2-3B46-6997-67B37C5D8F17}"/>
                </a:ext>
              </a:extLst>
            </p:cNvPr>
            <p:cNvSpPr/>
            <p:nvPr userDrawn="1"/>
          </p:nvSpPr>
          <p:spPr>
            <a:xfrm>
              <a:off x="13879970" y="8006213"/>
              <a:ext cx="1502242" cy="1802690"/>
            </a:xfrm>
            <a:custGeom>
              <a:avLst/>
              <a:gdLst/>
              <a:ahLst/>
              <a:cxnLst/>
              <a:rect l="l" t="t" r="r" b="b"/>
              <a:pathLst>
                <a:path w="1502242" h="1802690">
                  <a:moveTo>
                    <a:pt x="0" y="0"/>
                  </a:moveTo>
                  <a:lnTo>
                    <a:pt x="1502242" y="0"/>
                  </a:lnTo>
                  <a:lnTo>
                    <a:pt x="1502242" y="1802690"/>
                  </a:lnTo>
                  <a:lnTo>
                    <a:pt x="0" y="180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85E64C1-D127-6104-D410-3465D5AE71D1}"/>
                </a:ext>
              </a:extLst>
            </p:cNvPr>
            <p:cNvSpPr/>
            <p:nvPr userDrawn="1"/>
          </p:nvSpPr>
          <p:spPr>
            <a:xfrm>
              <a:off x="15477462" y="8023650"/>
              <a:ext cx="1487711" cy="1785253"/>
            </a:xfrm>
            <a:custGeom>
              <a:avLst/>
              <a:gdLst/>
              <a:ahLst/>
              <a:cxnLst/>
              <a:rect l="l" t="t" r="r" b="b"/>
              <a:pathLst>
                <a:path w="1487711" h="1785253">
                  <a:moveTo>
                    <a:pt x="0" y="0"/>
                  </a:moveTo>
                  <a:lnTo>
                    <a:pt x="1487711" y="0"/>
                  </a:lnTo>
                  <a:lnTo>
                    <a:pt x="1487711" y="1785253"/>
                  </a:lnTo>
                  <a:lnTo>
                    <a:pt x="0" y="1785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651BBC-3590-8606-85FE-5C26835C0C1D}"/>
                </a:ext>
              </a:extLst>
            </p:cNvPr>
            <p:cNvSpPr txBox="1"/>
            <p:nvPr userDrawn="1"/>
          </p:nvSpPr>
          <p:spPr>
            <a:xfrm>
              <a:off x="7362332" y="7366774"/>
              <a:ext cx="3552838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u="none" strike="noStrike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+91 9831111418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012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B172E08-CDCC-2845-9F3E-1B39286DE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2E6729F-10D3-874C-B648-888F614371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8" y="2629672"/>
            <a:ext cx="9448276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646CD88F-0893-474C-8B77-C007ECB6A6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6394995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2FE02546-0BBB-5E4F-8595-0FEDF21694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6394995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640658-5166-E943-BB94-DD403AE23C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A2CB74-F2B8-EC4F-891D-D71836D5A4A1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2 w/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mond 7">
            <a:extLst>
              <a:ext uri="{FF2B5EF4-FFF2-40B4-BE49-F238E27FC236}">
                <a16:creationId xmlns:a16="http://schemas.microsoft.com/office/drawing/2014/main" id="{F5613363-69C0-48DC-AA41-FB77E9E0D220}"/>
              </a:ext>
            </a:extLst>
          </p:cNvPr>
          <p:cNvSpPr/>
          <p:nvPr userDrawn="1"/>
        </p:nvSpPr>
        <p:spPr>
          <a:xfrm>
            <a:off x="8749372" y="732346"/>
            <a:ext cx="2910242" cy="2909484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7D6F37B-405E-4563-8A14-BBF68692BE5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55879" y="558610"/>
            <a:ext cx="2889811" cy="2887103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5119183F-DFD9-B043-98CE-47E3A872B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9865506C-2CCE-004A-9DD4-25AD8B0F90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8" y="2629672"/>
            <a:ext cx="7594351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84C07AB6-98ED-4049-8D88-7E2B90C8D1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6394995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8" name="Text Placeholder 27">
            <a:extLst>
              <a:ext uri="{FF2B5EF4-FFF2-40B4-BE49-F238E27FC236}">
                <a16:creationId xmlns:a16="http://schemas.microsoft.com/office/drawing/2014/main" id="{92CDFCC1-8052-0048-9994-D6CA17E752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6394995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5F61FE-A349-8043-9CBB-E9B05B6D9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836DA-B910-E44F-9409-6B499266240F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26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ith Image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35D7D-A5B4-D44E-8373-F52B6E6767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FA36244-1229-A542-BA6C-7F8003334D3E}"/>
              </a:ext>
            </a:extLst>
          </p:cNvPr>
          <p:cNvSpPr/>
          <p:nvPr userDrawn="1"/>
        </p:nvSpPr>
        <p:spPr>
          <a:xfrm>
            <a:off x="11984009" y="2199862"/>
            <a:ext cx="207991" cy="4658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DC5E9E-D7F6-9B4D-9850-071AC0859F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8189" y="883230"/>
            <a:ext cx="8293241" cy="5993820"/>
          </a:xfrm>
          <a:custGeom>
            <a:avLst/>
            <a:gdLst>
              <a:gd name="connsiteX0" fmla="*/ 6694975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0" fmla="*/ 6694975 w 8249900"/>
              <a:gd name="connsiteY0" fmla="*/ 0 h 5962070"/>
              <a:gd name="connsiteX1" fmla="*/ 8249900 w 8249900"/>
              <a:gd name="connsiteY1" fmla="*/ 1321489 h 5962070"/>
              <a:gd name="connsiteX2" fmla="*/ 8249900 w 8249900"/>
              <a:gd name="connsiteY2" fmla="*/ 5962070 h 5962070"/>
              <a:gd name="connsiteX3" fmla="*/ 0 w 8249900"/>
              <a:gd name="connsiteY3" fmla="*/ 5962070 h 5962070"/>
              <a:gd name="connsiteX4" fmla="*/ 6694975 w 8249900"/>
              <a:gd name="connsiteY4" fmla="*/ 0 h 5962070"/>
              <a:gd name="connsiteX0" fmla="*/ 6691800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4" fmla="*/ 6691800 w 8249900"/>
              <a:gd name="connsiteY4" fmla="*/ 0 h 5965245"/>
              <a:gd name="connsiteX0" fmla="*/ 6694975 w 8253075"/>
              <a:gd name="connsiteY0" fmla="*/ 0 h 5968420"/>
              <a:gd name="connsiteX1" fmla="*/ 8253075 w 8253075"/>
              <a:gd name="connsiteY1" fmla="*/ 1324664 h 5968420"/>
              <a:gd name="connsiteX2" fmla="*/ 8253075 w 8253075"/>
              <a:gd name="connsiteY2" fmla="*/ 5965245 h 5968420"/>
              <a:gd name="connsiteX3" fmla="*/ 0 w 8253075"/>
              <a:gd name="connsiteY3" fmla="*/ 5968420 h 5968420"/>
              <a:gd name="connsiteX4" fmla="*/ 6694975 w 8253075"/>
              <a:gd name="connsiteY4" fmla="*/ 0 h 5968420"/>
              <a:gd name="connsiteX0" fmla="*/ 6701325 w 8259425"/>
              <a:gd name="connsiteY0" fmla="*/ 0 h 5971595"/>
              <a:gd name="connsiteX1" fmla="*/ 8259425 w 8259425"/>
              <a:gd name="connsiteY1" fmla="*/ 1324664 h 5971595"/>
              <a:gd name="connsiteX2" fmla="*/ 8259425 w 8259425"/>
              <a:gd name="connsiteY2" fmla="*/ 5965245 h 5971595"/>
              <a:gd name="connsiteX3" fmla="*/ 0 w 8259425"/>
              <a:gd name="connsiteY3" fmla="*/ 5971595 h 5971595"/>
              <a:gd name="connsiteX4" fmla="*/ 6701325 w 8259425"/>
              <a:gd name="connsiteY4" fmla="*/ 0 h 5971595"/>
              <a:gd name="connsiteX0" fmla="*/ 671720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2355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1120"/>
              <a:gd name="connsiteX1" fmla="*/ 8272125 w 8275300"/>
              <a:gd name="connsiteY1" fmla="*/ 131831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4295"/>
              <a:gd name="connsiteX1" fmla="*/ 8272125 w 8275300"/>
              <a:gd name="connsiteY1" fmla="*/ 1321489 h 5984295"/>
              <a:gd name="connsiteX2" fmla="*/ 8275300 w 8275300"/>
              <a:gd name="connsiteY2" fmla="*/ 5968420 h 5984295"/>
              <a:gd name="connsiteX3" fmla="*/ 0 w 8275300"/>
              <a:gd name="connsiteY3" fmla="*/ 5984295 h 5984295"/>
              <a:gd name="connsiteX4" fmla="*/ 6723550 w 8275300"/>
              <a:gd name="connsiteY4" fmla="*/ 0 h 5984295"/>
              <a:gd name="connsiteX0" fmla="*/ 6723550 w 8275605"/>
              <a:gd name="connsiteY0" fmla="*/ 0 h 5984295"/>
              <a:gd name="connsiteX1" fmla="*/ 8275300 w 8275605"/>
              <a:gd name="connsiteY1" fmla="*/ 131831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3550 w 8275605"/>
              <a:gd name="connsiteY4" fmla="*/ 0 h 5984295"/>
              <a:gd name="connsiteX0" fmla="*/ 6723550 w 8275605"/>
              <a:gd name="connsiteY0" fmla="*/ 0 h 5984295"/>
              <a:gd name="connsiteX1" fmla="*/ 8275300 w 8275605"/>
              <a:gd name="connsiteY1" fmla="*/ 131196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3550 w 8275605"/>
              <a:gd name="connsiteY4" fmla="*/ 0 h 5984295"/>
              <a:gd name="connsiteX0" fmla="*/ 6720375 w 8275605"/>
              <a:gd name="connsiteY0" fmla="*/ 0 h 5984295"/>
              <a:gd name="connsiteX1" fmla="*/ 8275300 w 8275605"/>
              <a:gd name="connsiteY1" fmla="*/ 131196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0375 w 8275605"/>
              <a:gd name="connsiteY4" fmla="*/ 0 h 5984295"/>
              <a:gd name="connsiteX0" fmla="*/ 6723550 w 8275605"/>
              <a:gd name="connsiteY0" fmla="*/ 0 h 5987470"/>
              <a:gd name="connsiteX1" fmla="*/ 8275300 w 8275605"/>
              <a:gd name="connsiteY1" fmla="*/ 1315139 h 5987470"/>
              <a:gd name="connsiteX2" fmla="*/ 8275300 w 8275605"/>
              <a:gd name="connsiteY2" fmla="*/ 5971595 h 5987470"/>
              <a:gd name="connsiteX3" fmla="*/ 0 w 8275605"/>
              <a:gd name="connsiteY3" fmla="*/ 5987470 h 5987470"/>
              <a:gd name="connsiteX4" fmla="*/ 6723550 w 8275605"/>
              <a:gd name="connsiteY4" fmla="*/ 0 h 5987470"/>
              <a:gd name="connsiteX0" fmla="*/ 6720375 w 8275605"/>
              <a:gd name="connsiteY0" fmla="*/ 0 h 5990645"/>
              <a:gd name="connsiteX1" fmla="*/ 8275300 w 8275605"/>
              <a:gd name="connsiteY1" fmla="*/ 1318314 h 5990645"/>
              <a:gd name="connsiteX2" fmla="*/ 8275300 w 8275605"/>
              <a:gd name="connsiteY2" fmla="*/ 5974770 h 5990645"/>
              <a:gd name="connsiteX3" fmla="*/ 0 w 8275605"/>
              <a:gd name="connsiteY3" fmla="*/ 5990645 h 5990645"/>
              <a:gd name="connsiteX4" fmla="*/ 6720375 w 8275605"/>
              <a:gd name="connsiteY4" fmla="*/ 0 h 5990645"/>
              <a:gd name="connsiteX0" fmla="*/ 6723550 w 8275605"/>
              <a:gd name="connsiteY0" fmla="*/ 0 h 5990645"/>
              <a:gd name="connsiteX1" fmla="*/ 8275300 w 8275605"/>
              <a:gd name="connsiteY1" fmla="*/ 1318314 h 5990645"/>
              <a:gd name="connsiteX2" fmla="*/ 8275300 w 8275605"/>
              <a:gd name="connsiteY2" fmla="*/ 5974770 h 5990645"/>
              <a:gd name="connsiteX3" fmla="*/ 0 w 8275605"/>
              <a:gd name="connsiteY3" fmla="*/ 5990645 h 5990645"/>
              <a:gd name="connsiteX4" fmla="*/ 6723550 w 8275605"/>
              <a:gd name="connsiteY4" fmla="*/ 0 h 5990645"/>
              <a:gd name="connsiteX0" fmla="*/ 6733075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33075 w 8285130"/>
              <a:gd name="connsiteY4" fmla="*/ 0 h 5993820"/>
              <a:gd name="connsiteX0" fmla="*/ 6736250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36250 w 8285130"/>
              <a:gd name="connsiteY4" fmla="*/ 0 h 5993820"/>
              <a:gd name="connsiteX0" fmla="*/ 6729900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29900 w 8285130"/>
              <a:gd name="connsiteY4" fmla="*/ 0 h 5993820"/>
              <a:gd name="connsiteX0" fmla="*/ 6729900 w 8285130"/>
              <a:gd name="connsiteY0" fmla="*/ 0 h 5996995"/>
              <a:gd name="connsiteX1" fmla="*/ 8284825 w 8285130"/>
              <a:gd name="connsiteY1" fmla="*/ 1321489 h 5996995"/>
              <a:gd name="connsiteX2" fmla="*/ 8284825 w 8285130"/>
              <a:gd name="connsiteY2" fmla="*/ 5977945 h 5996995"/>
              <a:gd name="connsiteX3" fmla="*/ 0 w 8285130"/>
              <a:gd name="connsiteY3" fmla="*/ 5996995 h 5996995"/>
              <a:gd name="connsiteX4" fmla="*/ 6729900 w 8285130"/>
              <a:gd name="connsiteY4" fmla="*/ 0 h 5996995"/>
              <a:gd name="connsiteX0" fmla="*/ 6729900 w 8285130"/>
              <a:gd name="connsiteY0" fmla="*/ 0 h 6000170"/>
              <a:gd name="connsiteX1" fmla="*/ 8284825 w 8285130"/>
              <a:gd name="connsiteY1" fmla="*/ 1324664 h 6000170"/>
              <a:gd name="connsiteX2" fmla="*/ 8284825 w 8285130"/>
              <a:gd name="connsiteY2" fmla="*/ 5981120 h 6000170"/>
              <a:gd name="connsiteX3" fmla="*/ 0 w 8285130"/>
              <a:gd name="connsiteY3" fmla="*/ 6000170 h 6000170"/>
              <a:gd name="connsiteX4" fmla="*/ 6729900 w 8285130"/>
              <a:gd name="connsiteY4" fmla="*/ 0 h 6000170"/>
              <a:gd name="connsiteX0" fmla="*/ 6729900 w 8285130"/>
              <a:gd name="connsiteY0" fmla="*/ 0 h 6022395"/>
              <a:gd name="connsiteX1" fmla="*/ 8284825 w 8285130"/>
              <a:gd name="connsiteY1" fmla="*/ 1346889 h 6022395"/>
              <a:gd name="connsiteX2" fmla="*/ 8284825 w 8285130"/>
              <a:gd name="connsiteY2" fmla="*/ 6003345 h 6022395"/>
              <a:gd name="connsiteX3" fmla="*/ 0 w 8285130"/>
              <a:gd name="connsiteY3" fmla="*/ 6022395 h 6022395"/>
              <a:gd name="connsiteX4" fmla="*/ 6729900 w 8285130"/>
              <a:gd name="connsiteY4" fmla="*/ 0 h 6022395"/>
              <a:gd name="connsiteX0" fmla="*/ 6729900 w 8284825"/>
              <a:gd name="connsiteY0" fmla="*/ 0 h 6022395"/>
              <a:gd name="connsiteX1" fmla="*/ 8281650 w 8284825"/>
              <a:gd name="connsiteY1" fmla="*/ 1337364 h 6022395"/>
              <a:gd name="connsiteX2" fmla="*/ 8284825 w 8284825"/>
              <a:gd name="connsiteY2" fmla="*/ 6003345 h 6022395"/>
              <a:gd name="connsiteX3" fmla="*/ 0 w 8284825"/>
              <a:gd name="connsiteY3" fmla="*/ 6022395 h 6022395"/>
              <a:gd name="connsiteX4" fmla="*/ 6729900 w 8284825"/>
              <a:gd name="connsiteY4" fmla="*/ 0 h 6022395"/>
              <a:gd name="connsiteX0" fmla="*/ 6733075 w 8284825"/>
              <a:gd name="connsiteY0" fmla="*/ 0 h 5965245"/>
              <a:gd name="connsiteX1" fmla="*/ 8281650 w 8284825"/>
              <a:gd name="connsiteY1" fmla="*/ 1280214 h 5965245"/>
              <a:gd name="connsiteX2" fmla="*/ 8284825 w 8284825"/>
              <a:gd name="connsiteY2" fmla="*/ 5946195 h 5965245"/>
              <a:gd name="connsiteX3" fmla="*/ 0 w 8284825"/>
              <a:gd name="connsiteY3" fmla="*/ 5965245 h 5965245"/>
              <a:gd name="connsiteX4" fmla="*/ 6733075 w 8284825"/>
              <a:gd name="connsiteY4" fmla="*/ 0 h 5965245"/>
              <a:gd name="connsiteX0" fmla="*/ 6736250 w 8284825"/>
              <a:gd name="connsiteY0" fmla="*/ 0 h 5914445"/>
              <a:gd name="connsiteX1" fmla="*/ 8281650 w 8284825"/>
              <a:gd name="connsiteY1" fmla="*/ 1229414 h 5914445"/>
              <a:gd name="connsiteX2" fmla="*/ 8284825 w 8284825"/>
              <a:gd name="connsiteY2" fmla="*/ 5895395 h 5914445"/>
              <a:gd name="connsiteX3" fmla="*/ 0 w 8284825"/>
              <a:gd name="connsiteY3" fmla="*/ 5914445 h 5914445"/>
              <a:gd name="connsiteX4" fmla="*/ 6736250 w 8284825"/>
              <a:gd name="connsiteY4" fmla="*/ 0 h 5914445"/>
              <a:gd name="connsiteX0" fmla="*/ 6733075 w 8284825"/>
              <a:gd name="connsiteY0" fmla="*/ 0 h 5990645"/>
              <a:gd name="connsiteX1" fmla="*/ 8281650 w 8284825"/>
              <a:gd name="connsiteY1" fmla="*/ 1305614 h 5990645"/>
              <a:gd name="connsiteX2" fmla="*/ 8284825 w 8284825"/>
              <a:gd name="connsiteY2" fmla="*/ 5971595 h 5990645"/>
              <a:gd name="connsiteX3" fmla="*/ 0 w 8284825"/>
              <a:gd name="connsiteY3" fmla="*/ 5990645 h 5990645"/>
              <a:gd name="connsiteX4" fmla="*/ 6733075 w 8284825"/>
              <a:gd name="connsiteY4" fmla="*/ 0 h 5990645"/>
              <a:gd name="connsiteX0" fmla="*/ 6733075 w 8284825"/>
              <a:gd name="connsiteY0" fmla="*/ 0 h 5990645"/>
              <a:gd name="connsiteX1" fmla="*/ 8281650 w 8284825"/>
              <a:gd name="connsiteY1" fmla="*/ 1299264 h 5990645"/>
              <a:gd name="connsiteX2" fmla="*/ 8284825 w 8284825"/>
              <a:gd name="connsiteY2" fmla="*/ 5971595 h 5990645"/>
              <a:gd name="connsiteX3" fmla="*/ 0 w 8284825"/>
              <a:gd name="connsiteY3" fmla="*/ 5990645 h 5990645"/>
              <a:gd name="connsiteX4" fmla="*/ 6733075 w 8284825"/>
              <a:gd name="connsiteY4" fmla="*/ 0 h 5990645"/>
              <a:gd name="connsiteX0" fmla="*/ 6726730 w 8284825"/>
              <a:gd name="connsiteY0" fmla="*/ 0 h 5993820"/>
              <a:gd name="connsiteX1" fmla="*/ 8281650 w 8284825"/>
              <a:gd name="connsiteY1" fmla="*/ 1302439 h 5993820"/>
              <a:gd name="connsiteX2" fmla="*/ 8284825 w 8284825"/>
              <a:gd name="connsiteY2" fmla="*/ 5974770 h 5993820"/>
              <a:gd name="connsiteX3" fmla="*/ 0 w 8284825"/>
              <a:gd name="connsiteY3" fmla="*/ 5993820 h 5993820"/>
              <a:gd name="connsiteX4" fmla="*/ 6726730 w 8284825"/>
              <a:gd name="connsiteY4" fmla="*/ 0 h 599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84825" h="5993820">
                <a:moveTo>
                  <a:pt x="6726730" y="0"/>
                </a:moveTo>
                <a:lnTo>
                  <a:pt x="8281650" y="1302439"/>
                </a:lnTo>
                <a:cubicBezTo>
                  <a:pt x="8282708" y="2851416"/>
                  <a:pt x="8283767" y="4425793"/>
                  <a:pt x="8284825" y="5974770"/>
                </a:cubicBezTo>
                <a:lnTo>
                  <a:pt x="0" y="5993820"/>
                </a:lnTo>
                <a:lnTo>
                  <a:pt x="672673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                                                    CLICK TO 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A742799-E7EE-B249-B855-6E66A99BEF4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A4D87C16-E3D4-4E46-862C-5B297107DAA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1161527" y="2629672"/>
            <a:ext cx="5149477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7079C3FF-9D8D-8246-A054-D86497FCC52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gray">
          <a:xfrm>
            <a:off x="1161528" y="4908299"/>
            <a:ext cx="4641344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12E9ED7C-F9A0-8D40-86E4-EE84DC932C7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1161528" y="5294970"/>
            <a:ext cx="4123049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72B8A-3E9A-9F41-B79E-0463DD4D06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E5E522-EB37-A748-8E0F-94E832F93854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2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253D099-6F45-4C8B-9E60-07B7DBC6D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DD308AA3-29BC-4C59-ABCE-F77972B458B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1161527" y="2629672"/>
            <a:ext cx="7365569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E6B607EF-44E3-6A44-A77F-C2ECF38126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5681003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051CBD00-2871-F644-8165-064DBA426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5681003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tx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130DC4-7481-FE4D-A048-88FBE7BF7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3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253D099-6F45-4C8B-9E60-07B7DBC6D7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DD308AA3-29BC-4C59-ABCE-F77972B458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7" y="2629672"/>
            <a:ext cx="7365569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C35A878D-AAEA-4D61-9042-225148F30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5681003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3B63A259-5A46-4D5E-8DD9-405690153F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5681003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tx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909AF7-D9AD-824D-9C4C-B8EE0A3E94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785" y="216484"/>
            <a:ext cx="2478669" cy="8499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75E8EC-091A-494D-992E-229C3913829C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63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/Maximum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A41F6-DCD2-8E47-991D-36AB287E9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5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97077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</p:spTree>
    <p:extLst>
      <p:ext uri="{BB962C8B-B14F-4D97-AF65-F5344CB8AC3E}">
        <p14:creationId xmlns:p14="http://schemas.microsoft.com/office/powerpoint/2010/main" val="333972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CFB4A-E60D-D446-BD45-2C3B97F41D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2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A70B36-FD85-46EB-9073-620538C6248E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9817-899D-4A7E-B58B-236E81BA41D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830A18-1BA6-A441-91F2-379D124B21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1DF31CE-211F-1F45-9DB1-FDD585834D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F144117-3EAE-3E46-A106-D053B66494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05664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2F1016-B466-4242-A533-B4B9C2BB3C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A5A634F-036F-FD48-800E-60DC0533F5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5937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A70B36-FD85-46EB-9073-620538C6248E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9817-899D-4A7E-B58B-236E81BA41D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BECDC-D499-8D45-9AB8-EAAF8E7D8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9E2055F-6CD8-DE42-9519-3D5BAED52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4B83EB3-2977-9346-AF0F-A0695B9153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55180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7BC26A-261D-884F-A9D2-61B266D209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D708B26-55AD-7F49-ADA2-CC3A3B0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EFBE49A-C505-6A44-AEB0-613260109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8922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F86008-B6B4-4244-92CC-15E0BAF4C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7AF7D5F-3F5A-8841-9F79-8B38AF91EC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83304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EE5688-6B5D-CA46-BB12-2D99812EF6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4C1291C-3A26-164B-8647-FF3DCE032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D4C3FDB-DB8D-E445-B6BF-BA9B40E84A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45200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/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507B6BE-1E7D-4A14-B834-59AE4FB6E669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46EAC81-C926-0A46-91BF-C3797379BA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buClr>
                <a:schemeClr val="accent2"/>
              </a:buClr>
              <a:defRPr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EC000B5-D37A-E045-9182-BE90422B5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843" y="482603"/>
            <a:ext cx="11191446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Roboto Light, 36 Points, 1 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7DC98-83CC-A445-9D4D-ACC74F5C2E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93842" y="482602"/>
            <a:ext cx="11186850" cy="108422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buClr>
                <a:schemeClr val="accent2"/>
              </a:buClr>
              <a:defRPr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A8FDE-C2BF-46D0-BFBA-41DC685F9661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16DD13-C868-5A4C-BE43-C44AF2E21E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6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Subtitle/Headlines &amp; 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5655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27793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C68CC7-FCFB-4E97-8E67-90A77CBE7883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4736144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89E3C59-0A83-46CB-AFF1-091BB74D0EA9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4733173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2B4E02-4383-440D-AB49-C9B1E385046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8410556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F3AD2F-D27D-4DC6-8CE0-ACED6D2AD57D}"/>
              </a:ext>
            </a:extLst>
          </p:cNvPr>
          <p:cNvSpPr>
            <a:spLocks noGrp="1"/>
          </p:cNvSpPr>
          <p:nvPr userDrawn="1">
            <p:ph type="body" idx="18" hasCustomPrompt="1"/>
          </p:nvPr>
        </p:nvSpPr>
        <p:spPr>
          <a:xfrm>
            <a:off x="8407585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2D0E9B-C1A1-417A-AEE1-63EB1720F76F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1646B-CBD8-4A6C-AC78-62B17E690EE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BB98FB-04A1-8843-9326-64075BA31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31A327B-7A76-224D-9861-30F7AF24A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5B53A84-8182-924A-A7CC-CC8D6298DE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53328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/Headlines &amp; 2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32491" y="4581525"/>
            <a:ext cx="5081598" cy="1438274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18 point</a:t>
            </a:r>
          </a:p>
          <a:p>
            <a:pPr lvl="1"/>
            <a:r>
              <a:rPr lang="en-US"/>
              <a:t>Second bullet, Roboto Regular 16 point</a:t>
            </a:r>
          </a:p>
          <a:p>
            <a:pPr lvl="2"/>
            <a:r>
              <a:rPr lang="en-US"/>
              <a:t>Third bullet, Roboto Regular 14 point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27380" y="4132263"/>
            <a:ext cx="5086095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18 point bold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2F76E5E-F799-4651-BEAE-F9087B98CD04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6592359" y="4581525"/>
            <a:ext cx="5087296" cy="1438274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18 point</a:t>
            </a:r>
          </a:p>
          <a:p>
            <a:pPr lvl="1"/>
            <a:r>
              <a:rPr lang="en-US"/>
              <a:t>Second bullet, Roboto Regular 16 point</a:t>
            </a:r>
          </a:p>
          <a:p>
            <a:pPr lvl="2"/>
            <a:r>
              <a:rPr lang="en-US"/>
              <a:t>Third bullet, Roboto Regular 14 point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15CEF1-A7FF-4442-88D8-7F20DA48ADC7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6588323" y="4132263"/>
            <a:ext cx="5098338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18 point bold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46B0C8DB-1D41-4ABF-896D-80CF7EFD97FD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27381" y="1854200"/>
            <a:ext cx="4762452" cy="2088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50C5E539-EA0F-43C9-94FB-2E4FECAC8DD1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588323" y="1854200"/>
            <a:ext cx="4767792" cy="2088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04ED03-EA9F-4368-A83A-01E9195C1AF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78BEA-4903-4298-BEE0-9D44347BD4FE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50B40B-C569-8D4D-BEC0-84E7834A20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189EB9B-B924-D249-A260-542D7F74B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BDF6AF4-D73C-B047-B691-63FAEA256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3694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/Headlines &amp; 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31862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39110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C68CC7-FCFB-4E97-8E67-90A77CBE7883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4696151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89E3C59-0A83-46CB-AFF1-091BB74D0EA9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4703399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2B4E02-4383-440D-AB49-C9B1E385046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8361228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F3AD2F-D27D-4DC6-8CE0-ACED6D2AD57D}"/>
              </a:ext>
            </a:extLst>
          </p:cNvPr>
          <p:cNvSpPr>
            <a:spLocks noGrp="1"/>
          </p:cNvSpPr>
          <p:nvPr userDrawn="1">
            <p:ph type="body" idx="18" hasCustomPrompt="1"/>
          </p:nvPr>
        </p:nvSpPr>
        <p:spPr>
          <a:xfrm>
            <a:off x="8368476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B7EFA5D9-9640-46A8-B02E-1BABCFCA2A19}"/>
              </a:ext>
            </a:extLst>
          </p:cNvPr>
          <p:cNvSpPr>
            <a:spLocks noGrp="1"/>
          </p:cNvSpPr>
          <p:nvPr userDrawn="1">
            <p:ph type="pic" sz="quarter" idx="22" hasCustomPrompt="1"/>
          </p:nvPr>
        </p:nvSpPr>
        <p:spPr>
          <a:xfrm>
            <a:off x="1037275" y="1854200"/>
            <a:ext cx="3171551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5DED8B93-C657-4EC0-BDB2-5286BECAB876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4701565" y="1854200"/>
            <a:ext cx="3171551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AFF9333-B740-49C5-880B-1C40C90AE23C}"/>
              </a:ext>
            </a:extLst>
          </p:cNvPr>
          <p:cNvSpPr>
            <a:spLocks noGrp="1"/>
          </p:cNvSpPr>
          <p:nvPr userDrawn="1">
            <p:ph type="pic" sz="quarter" idx="24" hasCustomPrompt="1"/>
          </p:nvPr>
        </p:nvSpPr>
        <p:spPr>
          <a:xfrm>
            <a:off x="8361230" y="1854200"/>
            <a:ext cx="3207929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02183A-4E75-45A1-B406-E334C3C2767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E0CA1-923A-4320-9299-A8325B90B5B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5BF9435-B6AB-5342-BE00-4D65D69BDB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4824517-7F67-E048-AC7F-D9E5B488C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217366B-2AE1-4146-BC55-B888CBB66A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15282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10">
            <a:extLst>
              <a:ext uri="{FF2B5EF4-FFF2-40B4-BE49-F238E27FC236}">
                <a16:creationId xmlns:a16="http://schemas.microsoft.com/office/drawing/2014/main" id="{745915A3-D5B5-48C4-B6C4-9329F420CA9D}"/>
              </a:ext>
            </a:extLst>
          </p:cNvPr>
          <p:cNvSpPr/>
          <p:nvPr userDrawn="1"/>
        </p:nvSpPr>
        <p:spPr>
          <a:xfrm>
            <a:off x="1027381" y="1860534"/>
            <a:ext cx="3383987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25" name="Flowchart: Data 17">
            <a:extLst>
              <a:ext uri="{FF2B5EF4-FFF2-40B4-BE49-F238E27FC236}">
                <a16:creationId xmlns:a16="http://schemas.microsoft.com/office/drawing/2014/main" id="{349B7BD3-DEBB-4DD7-838A-6E8B2A05986E}"/>
              </a:ext>
            </a:extLst>
          </p:cNvPr>
          <p:cNvSpPr/>
          <p:nvPr userDrawn="1"/>
        </p:nvSpPr>
        <p:spPr>
          <a:xfrm>
            <a:off x="1150917" y="1962826"/>
            <a:ext cx="531733" cy="521348"/>
          </a:xfrm>
          <a:prstGeom prst="rect">
            <a:avLst/>
          </a:prstGeom>
          <a:solidFill>
            <a:schemeClr val="accent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1</a:t>
            </a:r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2A064FF6-AF2D-4388-93FD-EA665ED5B8F5}"/>
              </a:ext>
            </a:extLst>
          </p:cNvPr>
          <p:cNvSpPr/>
          <p:nvPr userDrawn="1"/>
        </p:nvSpPr>
        <p:spPr>
          <a:xfrm>
            <a:off x="4662043" y="1860533"/>
            <a:ext cx="3383988" cy="1333424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43" name="Flowchart: Data 17">
            <a:extLst>
              <a:ext uri="{FF2B5EF4-FFF2-40B4-BE49-F238E27FC236}">
                <a16:creationId xmlns:a16="http://schemas.microsoft.com/office/drawing/2014/main" id="{418571D1-079C-4BAE-B2D5-2A5E1D7D222E}"/>
              </a:ext>
            </a:extLst>
          </p:cNvPr>
          <p:cNvSpPr/>
          <p:nvPr userDrawn="1"/>
        </p:nvSpPr>
        <p:spPr>
          <a:xfrm>
            <a:off x="4790517" y="1957506"/>
            <a:ext cx="531733" cy="521348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2</a:t>
            </a:r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11238401-CA18-45C5-B261-27601B93764E}"/>
              </a:ext>
            </a:extLst>
          </p:cNvPr>
          <p:cNvSpPr/>
          <p:nvPr userDrawn="1"/>
        </p:nvSpPr>
        <p:spPr>
          <a:xfrm>
            <a:off x="8296706" y="1860533"/>
            <a:ext cx="3383987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47" name="Flowchart: Data 17">
            <a:extLst>
              <a:ext uri="{FF2B5EF4-FFF2-40B4-BE49-F238E27FC236}">
                <a16:creationId xmlns:a16="http://schemas.microsoft.com/office/drawing/2014/main" id="{705961DD-CF95-43C7-BEBC-A6D32D05FA6C}"/>
              </a:ext>
            </a:extLst>
          </p:cNvPr>
          <p:cNvSpPr/>
          <p:nvPr userDrawn="1"/>
        </p:nvSpPr>
        <p:spPr>
          <a:xfrm>
            <a:off x="8415253" y="1957504"/>
            <a:ext cx="531733" cy="521348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3</a:t>
            </a:r>
          </a:p>
        </p:txBody>
      </p:sp>
      <p:sp>
        <p:nvSpPr>
          <p:cNvPr id="58" name="Freeform 15">
            <a:extLst>
              <a:ext uri="{FF2B5EF4-FFF2-40B4-BE49-F238E27FC236}">
                <a16:creationId xmlns:a16="http://schemas.microsoft.com/office/drawing/2014/main" id="{B5F27876-E2DC-48A4-9A76-B4875B05A647}"/>
              </a:ext>
            </a:extLst>
          </p:cNvPr>
          <p:cNvSpPr/>
          <p:nvPr userDrawn="1"/>
        </p:nvSpPr>
        <p:spPr>
          <a:xfrm>
            <a:off x="1028547" y="3446480"/>
            <a:ext cx="3383987" cy="1333426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60" name="Flowchart: Data 17">
            <a:extLst>
              <a:ext uri="{FF2B5EF4-FFF2-40B4-BE49-F238E27FC236}">
                <a16:creationId xmlns:a16="http://schemas.microsoft.com/office/drawing/2014/main" id="{D0B64EC6-882A-46C2-8F16-44685DC5658E}"/>
              </a:ext>
            </a:extLst>
          </p:cNvPr>
          <p:cNvSpPr/>
          <p:nvPr userDrawn="1"/>
        </p:nvSpPr>
        <p:spPr>
          <a:xfrm>
            <a:off x="1150916" y="3551148"/>
            <a:ext cx="531733" cy="521348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4</a:t>
            </a:r>
          </a:p>
        </p:txBody>
      </p:sp>
      <p:sp>
        <p:nvSpPr>
          <p:cNvPr id="67" name="Freeform 14">
            <a:extLst>
              <a:ext uri="{FF2B5EF4-FFF2-40B4-BE49-F238E27FC236}">
                <a16:creationId xmlns:a16="http://schemas.microsoft.com/office/drawing/2014/main" id="{0BAEF006-829F-4D56-8544-C2E3B8B2F783}"/>
              </a:ext>
            </a:extLst>
          </p:cNvPr>
          <p:cNvSpPr/>
          <p:nvPr userDrawn="1"/>
        </p:nvSpPr>
        <p:spPr>
          <a:xfrm>
            <a:off x="8295538" y="3446481"/>
            <a:ext cx="3383985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7124" bIns="137124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69" name="Flowchart: Data 17">
            <a:extLst>
              <a:ext uri="{FF2B5EF4-FFF2-40B4-BE49-F238E27FC236}">
                <a16:creationId xmlns:a16="http://schemas.microsoft.com/office/drawing/2014/main" id="{B3AAE442-2186-4523-878B-EAFC67D29E1D}"/>
              </a:ext>
            </a:extLst>
          </p:cNvPr>
          <p:cNvSpPr/>
          <p:nvPr userDrawn="1"/>
        </p:nvSpPr>
        <p:spPr>
          <a:xfrm>
            <a:off x="8415253" y="3545827"/>
            <a:ext cx="531733" cy="521348"/>
          </a:xfrm>
          <a:prstGeom prst="rect">
            <a:avLst/>
          </a:prstGeom>
          <a:solidFill>
            <a:schemeClr val="accent6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6</a:t>
            </a:r>
          </a:p>
        </p:txBody>
      </p:sp>
      <p:sp>
        <p:nvSpPr>
          <p:cNvPr id="76" name="Freeform 13">
            <a:extLst>
              <a:ext uri="{FF2B5EF4-FFF2-40B4-BE49-F238E27FC236}">
                <a16:creationId xmlns:a16="http://schemas.microsoft.com/office/drawing/2014/main" id="{3690E069-7EFD-40F1-8A3F-D9BF2A5F4F33}"/>
              </a:ext>
            </a:extLst>
          </p:cNvPr>
          <p:cNvSpPr/>
          <p:nvPr userDrawn="1"/>
        </p:nvSpPr>
        <p:spPr>
          <a:xfrm>
            <a:off x="4662043" y="3446481"/>
            <a:ext cx="3383988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78" name="Flowchart: Data 17">
            <a:extLst>
              <a:ext uri="{FF2B5EF4-FFF2-40B4-BE49-F238E27FC236}">
                <a16:creationId xmlns:a16="http://schemas.microsoft.com/office/drawing/2014/main" id="{01806F9E-B98C-49E2-AC16-4F45A9DE0884}"/>
              </a:ext>
            </a:extLst>
          </p:cNvPr>
          <p:cNvSpPr/>
          <p:nvPr userDrawn="1"/>
        </p:nvSpPr>
        <p:spPr>
          <a:xfrm>
            <a:off x="4790517" y="3545827"/>
            <a:ext cx="531733" cy="521348"/>
          </a:xfrm>
          <a:prstGeom prst="rect">
            <a:avLst/>
          </a:prstGeom>
          <a:solidFill>
            <a:srgbClr val="626262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5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7D413BDC-3F48-4E28-B245-95D9CCD2B5E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9079" y="482602"/>
            <a:ext cx="11191614" cy="994889"/>
          </a:xfrm>
          <a:prstGeom prst="rect">
            <a:avLst/>
          </a:prstGeom>
        </p:spPr>
        <p:txBody>
          <a:bodyPr lIns="0"/>
          <a:lstStyle>
            <a:lvl1pPr>
              <a:defRPr baseline="0"/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0FA114-2360-447D-A77F-8CEEE439EDFB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682649" y="1959152"/>
            <a:ext cx="2728718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3EFED770-B0D7-446E-AAFE-793919EC167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315059" y="1959152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6DCE7664-17AC-4182-B8EC-63A3183DAE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8946986" y="1959152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3" name="Text Placeholder 5">
            <a:extLst>
              <a:ext uri="{FF2B5EF4-FFF2-40B4-BE49-F238E27FC236}">
                <a16:creationId xmlns:a16="http://schemas.microsoft.com/office/drawing/2014/main" id="{C6C47051-F188-4AFA-8091-F6AB4A6C4D5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82649" y="3550707"/>
            <a:ext cx="2728718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4" name="Text Placeholder 5">
            <a:extLst>
              <a:ext uri="{FF2B5EF4-FFF2-40B4-BE49-F238E27FC236}">
                <a16:creationId xmlns:a16="http://schemas.microsoft.com/office/drawing/2014/main" id="{07C1887D-8958-4DA8-AE74-D08F0B6BE64B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315059" y="3550707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5" name="Text Placeholder 5">
            <a:extLst>
              <a:ext uri="{FF2B5EF4-FFF2-40B4-BE49-F238E27FC236}">
                <a16:creationId xmlns:a16="http://schemas.microsoft.com/office/drawing/2014/main" id="{910568AE-CD22-4C50-9EE0-D76A57CAB53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946986" y="3550707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04F9AD65-A2DA-4F6E-8833-C1336C6E3F8B}"/>
              </a:ext>
            </a:extLst>
          </p:cNvPr>
          <p:cNvSpPr/>
          <p:nvPr userDrawn="1"/>
        </p:nvSpPr>
        <p:spPr>
          <a:xfrm>
            <a:off x="1027381" y="3193959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7" name="Freeform 11">
            <a:extLst>
              <a:ext uri="{FF2B5EF4-FFF2-40B4-BE49-F238E27FC236}">
                <a16:creationId xmlns:a16="http://schemas.microsoft.com/office/drawing/2014/main" id="{4A3DFBF4-6AB7-4F8B-89EF-C83C28D2968E}"/>
              </a:ext>
            </a:extLst>
          </p:cNvPr>
          <p:cNvSpPr/>
          <p:nvPr userDrawn="1"/>
        </p:nvSpPr>
        <p:spPr>
          <a:xfrm>
            <a:off x="4662043" y="3193957"/>
            <a:ext cx="3383988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8" name="Freeform 12">
            <a:extLst>
              <a:ext uri="{FF2B5EF4-FFF2-40B4-BE49-F238E27FC236}">
                <a16:creationId xmlns:a16="http://schemas.microsoft.com/office/drawing/2014/main" id="{B97FB2CD-657A-4AC5-82C4-EA700B431257}"/>
              </a:ext>
            </a:extLst>
          </p:cNvPr>
          <p:cNvSpPr/>
          <p:nvPr userDrawn="1"/>
        </p:nvSpPr>
        <p:spPr>
          <a:xfrm>
            <a:off x="8296706" y="3193958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9" name="Freeform 10">
            <a:extLst>
              <a:ext uri="{FF2B5EF4-FFF2-40B4-BE49-F238E27FC236}">
                <a16:creationId xmlns:a16="http://schemas.microsoft.com/office/drawing/2014/main" id="{D6D992AD-F208-4A19-B228-9D3A39B9EAA2}"/>
              </a:ext>
            </a:extLst>
          </p:cNvPr>
          <p:cNvSpPr/>
          <p:nvPr userDrawn="1"/>
        </p:nvSpPr>
        <p:spPr>
          <a:xfrm>
            <a:off x="1027381" y="4771962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90" name="Freeform 11">
            <a:extLst>
              <a:ext uri="{FF2B5EF4-FFF2-40B4-BE49-F238E27FC236}">
                <a16:creationId xmlns:a16="http://schemas.microsoft.com/office/drawing/2014/main" id="{6C2E48A7-4BD9-4738-BFAC-BA6CE8743072}"/>
              </a:ext>
            </a:extLst>
          </p:cNvPr>
          <p:cNvSpPr/>
          <p:nvPr userDrawn="1"/>
        </p:nvSpPr>
        <p:spPr>
          <a:xfrm>
            <a:off x="4662043" y="4771960"/>
            <a:ext cx="3383988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62626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91" name="Freeform 12">
            <a:extLst>
              <a:ext uri="{FF2B5EF4-FFF2-40B4-BE49-F238E27FC236}">
                <a16:creationId xmlns:a16="http://schemas.microsoft.com/office/drawing/2014/main" id="{2B2AED57-952D-47AC-AD1F-90D4E57F0121}"/>
              </a:ext>
            </a:extLst>
          </p:cNvPr>
          <p:cNvSpPr/>
          <p:nvPr userDrawn="1"/>
        </p:nvSpPr>
        <p:spPr>
          <a:xfrm>
            <a:off x="8296706" y="4771961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6D4311-CC27-4703-8C2C-07DEA5C95A87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A09E4-BC75-4DF9-9A9D-720A119A8D6E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82C524C-CCED-7C4C-AB37-DC08F2783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1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9139BE2-3955-4437-8BFB-427D8F682D2F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4714582" y="-1"/>
            <a:ext cx="7477418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9EFCD8C-ACB4-4F6D-8261-2493D33628A7}"/>
              </a:ext>
            </a:extLst>
          </p:cNvPr>
          <p:cNvSpPr/>
          <p:nvPr userDrawn="1"/>
        </p:nvSpPr>
        <p:spPr>
          <a:xfrm rot="16200000" flipH="1" flipV="1">
            <a:off x="2073374" y="2641211"/>
            <a:ext cx="6858001" cy="1575581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93842" y="966652"/>
            <a:ext cx="4471337" cy="2035627"/>
          </a:xfrm>
          <a:prstGeom prst="rect">
            <a:avLst/>
          </a:prstGeom>
        </p:spPr>
        <p:txBody>
          <a:bodyPr lIns="0" anchor="b" anchorCtr="0"/>
          <a:lstStyle>
            <a:lvl1pPr>
              <a:defRPr sz="4400" baseline="0"/>
            </a:lvl1pPr>
          </a:lstStyle>
          <a:p>
            <a:r>
              <a:rPr lang="en-US"/>
              <a:t>Headline Goes Here, Roboto Light, 44 Points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3D519E-FE9B-47BE-83A1-D01F8C7B4C47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2BA0B-DA91-4B59-A1E3-F69FAF12F0B9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CDB1D5-2903-4E27-BB41-9901A4E8A8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3842" y="3437711"/>
            <a:ext cx="4311639" cy="1001713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Secondary text here Roboto Light 24 points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1F13432-9382-4268-B077-FBF5145672BD}"/>
              </a:ext>
            </a:extLst>
          </p:cNvPr>
          <p:cNvSpPr/>
          <p:nvPr userDrawn="1"/>
        </p:nvSpPr>
        <p:spPr>
          <a:xfrm flipH="1">
            <a:off x="4531880" y="-5483"/>
            <a:ext cx="1775569" cy="6863483"/>
          </a:xfrm>
          <a:custGeom>
            <a:avLst/>
            <a:gdLst>
              <a:gd name="connsiteX0" fmla="*/ 256903 w 2595154"/>
              <a:gd name="connsiteY0" fmla="*/ 34834 h 6866708"/>
              <a:gd name="connsiteX1" fmla="*/ 2595154 w 2595154"/>
              <a:gd name="connsiteY1" fmla="*/ 6866708 h 6866708"/>
              <a:gd name="connsiteX2" fmla="*/ 0 w 2595154"/>
              <a:gd name="connsiteY2" fmla="*/ 0 h 6866708"/>
              <a:gd name="connsiteX3" fmla="*/ 256903 w 2595154"/>
              <a:gd name="connsiteY3" fmla="*/ 34834 h 6866708"/>
              <a:gd name="connsiteX0" fmla="*/ 256903 w 2817223"/>
              <a:gd name="connsiteY0" fmla="*/ 34834 h 6914606"/>
              <a:gd name="connsiteX1" fmla="*/ 2817223 w 2817223"/>
              <a:gd name="connsiteY1" fmla="*/ 6914606 h 6914606"/>
              <a:gd name="connsiteX2" fmla="*/ 0 w 2817223"/>
              <a:gd name="connsiteY2" fmla="*/ 0 h 6914606"/>
              <a:gd name="connsiteX3" fmla="*/ 256903 w 2817223"/>
              <a:gd name="connsiteY3" fmla="*/ 34834 h 6914606"/>
              <a:gd name="connsiteX0" fmla="*/ 0 w 2821577"/>
              <a:gd name="connsiteY0" fmla="*/ 0 h 6914606"/>
              <a:gd name="connsiteX1" fmla="*/ 2821577 w 2821577"/>
              <a:gd name="connsiteY1" fmla="*/ 6914606 h 6914606"/>
              <a:gd name="connsiteX2" fmla="*/ 4354 w 2821577"/>
              <a:gd name="connsiteY2" fmla="*/ 0 h 6914606"/>
              <a:gd name="connsiteX3" fmla="*/ 0 w 2821577"/>
              <a:gd name="connsiteY3" fmla="*/ 0 h 6914606"/>
              <a:gd name="connsiteX0" fmla="*/ 104503 w 2817223"/>
              <a:gd name="connsiteY0" fmla="*/ 0 h 6936377"/>
              <a:gd name="connsiteX1" fmla="*/ 2817223 w 2817223"/>
              <a:gd name="connsiteY1" fmla="*/ 6936377 h 6936377"/>
              <a:gd name="connsiteX2" fmla="*/ 0 w 2817223"/>
              <a:gd name="connsiteY2" fmla="*/ 21771 h 6936377"/>
              <a:gd name="connsiteX3" fmla="*/ 104503 w 2817223"/>
              <a:gd name="connsiteY3" fmla="*/ 0 h 6936377"/>
              <a:gd name="connsiteX0" fmla="*/ 104503 w 2817223"/>
              <a:gd name="connsiteY0" fmla="*/ 0 h 6936377"/>
              <a:gd name="connsiteX1" fmla="*/ 2817223 w 2817223"/>
              <a:gd name="connsiteY1" fmla="*/ 6936377 h 6936377"/>
              <a:gd name="connsiteX2" fmla="*/ 2394857 w 2817223"/>
              <a:gd name="connsiteY2" fmla="*/ 5900058 h 6936377"/>
              <a:gd name="connsiteX3" fmla="*/ 0 w 2817223"/>
              <a:gd name="connsiteY3" fmla="*/ 21771 h 6936377"/>
              <a:gd name="connsiteX4" fmla="*/ 104503 w 2817223"/>
              <a:gd name="connsiteY4" fmla="*/ 0 h 6936377"/>
              <a:gd name="connsiteX0" fmla="*/ 104503 w 2817223"/>
              <a:gd name="connsiteY0" fmla="*/ 0 h 6936378"/>
              <a:gd name="connsiteX1" fmla="*/ 2817223 w 2817223"/>
              <a:gd name="connsiteY1" fmla="*/ 6936377 h 6936378"/>
              <a:gd name="connsiteX2" fmla="*/ 2612571 w 2817223"/>
              <a:gd name="connsiteY2" fmla="*/ 6936378 h 6936378"/>
              <a:gd name="connsiteX3" fmla="*/ 0 w 2817223"/>
              <a:gd name="connsiteY3" fmla="*/ 21771 h 6936378"/>
              <a:gd name="connsiteX4" fmla="*/ 104503 w 2817223"/>
              <a:gd name="connsiteY4" fmla="*/ 0 h 6936378"/>
              <a:gd name="connsiteX0" fmla="*/ 8708 w 2817223"/>
              <a:gd name="connsiteY0" fmla="*/ 21772 h 6914607"/>
              <a:gd name="connsiteX1" fmla="*/ 2817223 w 2817223"/>
              <a:gd name="connsiteY1" fmla="*/ 6914606 h 6914607"/>
              <a:gd name="connsiteX2" fmla="*/ 2612571 w 2817223"/>
              <a:gd name="connsiteY2" fmla="*/ 6914607 h 6914607"/>
              <a:gd name="connsiteX3" fmla="*/ 0 w 2817223"/>
              <a:gd name="connsiteY3" fmla="*/ 0 h 6914607"/>
              <a:gd name="connsiteX4" fmla="*/ 8708 w 2817223"/>
              <a:gd name="connsiteY4" fmla="*/ 21772 h 6914607"/>
              <a:gd name="connsiteX0" fmla="*/ 8708 w 2751909"/>
              <a:gd name="connsiteY0" fmla="*/ 21772 h 6914607"/>
              <a:gd name="connsiteX1" fmla="*/ 2751909 w 2751909"/>
              <a:gd name="connsiteY1" fmla="*/ 6871063 h 6914607"/>
              <a:gd name="connsiteX2" fmla="*/ 2612571 w 2751909"/>
              <a:gd name="connsiteY2" fmla="*/ 6914607 h 6914607"/>
              <a:gd name="connsiteX3" fmla="*/ 0 w 2751909"/>
              <a:gd name="connsiteY3" fmla="*/ 0 h 6914607"/>
              <a:gd name="connsiteX4" fmla="*/ 8708 w 2751909"/>
              <a:gd name="connsiteY4" fmla="*/ 21772 h 6914607"/>
              <a:gd name="connsiteX0" fmla="*/ 8708 w 2751909"/>
              <a:gd name="connsiteY0" fmla="*/ 21772 h 6884127"/>
              <a:gd name="connsiteX1" fmla="*/ 2751909 w 2751909"/>
              <a:gd name="connsiteY1" fmla="*/ 6871063 h 6884127"/>
              <a:gd name="connsiteX2" fmla="*/ 2573382 w 2751909"/>
              <a:gd name="connsiteY2" fmla="*/ 6884127 h 6884127"/>
              <a:gd name="connsiteX3" fmla="*/ 0 w 2751909"/>
              <a:gd name="connsiteY3" fmla="*/ 0 h 6884127"/>
              <a:gd name="connsiteX4" fmla="*/ 8708 w 2751909"/>
              <a:gd name="connsiteY4" fmla="*/ 21772 h 6884127"/>
              <a:gd name="connsiteX0" fmla="*/ 8708 w 2786743"/>
              <a:gd name="connsiteY0" fmla="*/ 21772 h 6897189"/>
              <a:gd name="connsiteX1" fmla="*/ 2786743 w 2786743"/>
              <a:gd name="connsiteY1" fmla="*/ 6897189 h 6897189"/>
              <a:gd name="connsiteX2" fmla="*/ 2573382 w 2786743"/>
              <a:gd name="connsiteY2" fmla="*/ 6884127 h 6897189"/>
              <a:gd name="connsiteX3" fmla="*/ 0 w 2786743"/>
              <a:gd name="connsiteY3" fmla="*/ 0 h 6897189"/>
              <a:gd name="connsiteX4" fmla="*/ 8708 w 2786743"/>
              <a:gd name="connsiteY4" fmla="*/ 21772 h 6897189"/>
              <a:gd name="connsiteX0" fmla="*/ 8708 w 2791097"/>
              <a:gd name="connsiteY0" fmla="*/ 21772 h 6884127"/>
              <a:gd name="connsiteX1" fmla="*/ 2791097 w 2791097"/>
              <a:gd name="connsiteY1" fmla="*/ 6879772 h 6884127"/>
              <a:gd name="connsiteX2" fmla="*/ 2573382 w 2791097"/>
              <a:gd name="connsiteY2" fmla="*/ 6884127 h 6884127"/>
              <a:gd name="connsiteX3" fmla="*/ 0 w 2791097"/>
              <a:gd name="connsiteY3" fmla="*/ 0 h 6884127"/>
              <a:gd name="connsiteX4" fmla="*/ 8708 w 2791097"/>
              <a:gd name="connsiteY4" fmla="*/ 21772 h 6884127"/>
              <a:gd name="connsiteX0" fmla="*/ 8708 w 2764971"/>
              <a:gd name="connsiteY0" fmla="*/ 21772 h 6884127"/>
              <a:gd name="connsiteX1" fmla="*/ 2764971 w 2764971"/>
              <a:gd name="connsiteY1" fmla="*/ 6875418 h 6884127"/>
              <a:gd name="connsiteX2" fmla="*/ 2573382 w 2764971"/>
              <a:gd name="connsiteY2" fmla="*/ 6884127 h 6884127"/>
              <a:gd name="connsiteX3" fmla="*/ 0 w 2764971"/>
              <a:gd name="connsiteY3" fmla="*/ 0 h 6884127"/>
              <a:gd name="connsiteX4" fmla="*/ 8708 w 2764971"/>
              <a:gd name="connsiteY4" fmla="*/ 21772 h 6884127"/>
              <a:gd name="connsiteX0" fmla="*/ 8708 w 2764971"/>
              <a:gd name="connsiteY0" fmla="*/ 21772 h 6884127"/>
              <a:gd name="connsiteX1" fmla="*/ 2764971 w 2764971"/>
              <a:gd name="connsiteY1" fmla="*/ 6883558 h 6884127"/>
              <a:gd name="connsiteX2" fmla="*/ 2573382 w 2764971"/>
              <a:gd name="connsiteY2" fmla="*/ 6884127 h 6884127"/>
              <a:gd name="connsiteX3" fmla="*/ 0 w 2764971"/>
              <a:gd name="connsiteY3" fmla="*/ 0 h 6884127"/>
              <a:gd name="connsiteX4" fmla="*/ 8708 w 2764971"/>
              <a:gd name="connsiteY4" fmla="*/ 21772 h 6884127"/>
              <a:gd name="connsiteX0" fmla="*/ 8708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8708 w 2764971"/>
              <a:gd name="connsiteY4" fmla="*/ 21772 h 6883558"/>
              <a:gd name="connsiteX0" fmla="*/ 229425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229425 w 2764971"/>
              <a:gd name="connsiteY4" fmla="*/ 21772 h 6883558"/>
              <a:gd name="connsiteX0" fmla="*/ 229425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229425 w 2764971"/>
              <a:gd name="connsiteY4" fmla="*/ 21772 h 6883558"/>
              <a:gd name="connsiteX0" fmla="*/ 990674 w 2764971"/>
              <a:gd name="connsiteY0" fmla="*/ 35285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990674 w 2764971"/>
              <a:gd name="connsiteY4" fmla="*/ 35285 h 6883558"/>
              <a:gd name="connsiteX0" fmla="*/ 990674 w 2764971"/>
              <a:gd name="connsiteY0" fmla="*/ 21771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990674 w 2764971"/>
              <a:gd name="connsiteY4" fmla="*/ 21771 h 6883558"/>
              <a:gd name="connsiteX0" fmla="*/ 4203 w 1778500"/>
              <a:gd name="connsiteY0" fmla="*/ 0 h 6861787"/>
              <a:gd name="connsiteX1" fmla="*/ 1778500 w 1778500"/>
              <a:gd name="connsiteY1" fmla="*/ 6861787 h 6861787"/>
              <a:gd name="connsiteX2" fmla="*/ 1586911 w 1778500"/>
              <a:gd name="connsiteY2" fmla="*/ 6859642 h 6861787"/>
              <a:gd name="connsiteX3" fmla="*/ 0 w 1778500"/>
              <a:gd name="connsiteY3" fmla="*/ 751 h 6861787"/>
              <a:gd name="connsiteX4" fmla="*/ 4203 w 1778500"/>
              <a:gd name="connsiteY4" fmla="*/ 0 h 6861787"/>
              <a:gd name="connsiteX0" fmla="*/ 9293 w 1778500"/>
              <a:gd name="connsiteY0" fmla="*/ 0 h 6863483"/>
              <a:gd name="connsiteX1" fmla="*/ 1778500 w 1778500"/>
              <a:gd name="connsiteY1" fmla="*/ 6863483 h 6863483"/>
              <a:gd name="connsiteX2" fmla="*/ 1586911 w 1778500"/>
              <a:gd name="connsiteY2" fmla="*/ 6861338 h 6863483"/>
              <a:gd name="connsiteX3" fmla="*/ 0 w 1778500"/>
              <a:gd name="connsiteY3" fmla="*/ 2447 h 6863483"/>
              <a:gd name="connsiteX4" fmla="*/ 9293 w 1778500"/>
              <a:gd name="connsiteY4" fmla="*/ 0 h 6863483"/>
              <a:gd name="connsiteX0" fmla="*/ 5900 w 1775107"/>
              <a:gd name="connsiteY0" fmla="*/ 0 h 6863483"/>
              <a:gd name="connsiteX1" fmla="*/ 1775107 w 1775107"/>
              <a:gd name="connsiteY1" fmla="*/ 6863483 h 6863483"/>
              <a:gd name="connsiteX2" fmla="*/ 1583518 w 1775107"/>
              <a:gd name="connsiteY2" fmla="*/ 6861338 h 6863483"/>
              <a:gd name="connsiteX3" fmla="*/ 0 w 1775107"/>
              <a:gd name="connsiteY3" fmla="*/ 4143 h 6863483"/>
              <a:gd name="connsiteX4" fmla="*/ 5900 w 1775107"/>
              <a:gd name="connsiteY4" fmla="*/ 0 h 686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5107" h="6863483">
                <a:moveTo>
                  <a:pt x="5900" y="0"/>
                </a:moveTo>
                <a:lnTo>
                  <a:pt x="1775107" y="6863483"/>
                </a:lnTo>
                <a:lnTo>
                  <a:pt x="1583518" y="6861338"/>
                </a:lnTo>
                <a:lnTo>
                  <a:pt x="0" y="4143"/>
                </a:lnTo>
                <a:lnTo>
                  <a:pt x="59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FCA978-FA7D-F541-ABD6-1D00357DA7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3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9139BE2-3955-4437-8BFB-427D8F682D2F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1" y="-1"/>
            <a:ext cx="1219200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7568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7E5D5-8925-412E-BADA-CA7ADA45FA91}"/>
              </a:ext>
            </a:extLst>
          </p:cNvPr>
          <p:cNvSpPr/>
          <p:nvPr userDrawn="1"/>
        </p:nvSpPr>
        <p:spPr>
          <a:xfrm>
            <a:off x="1" y="1"/>
            <a:ext cx="12192000" cy="2475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5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presenter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6145C-2D46-4146-8BFF-996F3AF2528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4C655-C917-4747-8508-09DE401517A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5E9E6714-E8DC-40C0-842D-3EF8C72C9E99}"/>
              </a:ext>
            </a:extLst>
          </p:cNvPr>
          <p:cNvSpPr/>
          <p:nvPr userDrawn="1"/>
        </p:nvSpPr>
        <p:spPr>
          <a:xfrm>
            <a:off x="1798848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8D4CDCBD-52C8-4712-9E25-56C66D1684C7}"/>
              </a:ext>
            </a:extLst>
          </p:cNvPr>
          <p:cNvSpPr/>
          <p:nvPr userDrawn="1"/>
        </p:nvSpPr>
        <p:spPr>
          <a:xfrm>
            <a:off x="4870211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47026073-FF05-439D-B9B7-58577BF91B8B}"/>
              </a:ext>
            </a:extLst>
          </p:cNvPr>
          <p:cNvSpPr/>
          <p:nvPr userDrawn="1"/>
        </p:nvSpPr>
        <p:spPr>
          <a:xfrm>
            <a:off x="7941574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65B4E1F-437F-474D-BD64-8F66F692BA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7543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0CFF9858-D953-4461-9C79-93293119EE4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78906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94BAA492-5BE4-4188-ACE1-45173504FB0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50269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25120E-2243-C34A-8501-AA02F4E020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3E5620E-EFBA-184B-A57C-A2AAEE8887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084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0DFCD38-9ED2-C241-965A-052610C4E05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777695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CECBE85-CFF9-984B-9784-2529016C91D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84235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B08651FF-E5F1-B04D-A808-DB1A24CCB4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8262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9CE036A7-41B0-EA41-87A4-C1501D05E3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59471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963ED0B-1946-A949-B4F9-D70B8AB996F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92413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855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CFF8FDF-427B-43D7-93E9-5555EEB60CE4}"/>
              </a:ext>
            </a:extLst>
          </p:cNvPr>
          <p:cNvSpPr/>
          <p:nvPr userDrawn="1"/>
        </p:nvSpPr>
        <p:spPr>
          <a:xfrm>
            <a:off x="1" y="1"/>
            <a:ext cx="12192000" cy="2475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0" y="482603"/>
            <a:ext cx="11198093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E1385BD-4611-4DDF-83EB-8080DA2EF8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30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3D036BC-CEE4-495F-AE6C-C29B6F73942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359496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757CB0E2-FCEE-450F-B0DA-30CC0796EAD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72750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30DD2DF-C1D0-4FBC-ADD8-537E1C9565E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9020937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1AFCC-3DEC-44DA-BBA3-63E62C5A8378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BA14F-29EE-44C8-96C4-EA5364A9287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9BB43389-2664-45C1-AF47-F7DFD02A1FE7}"/>
              </a:ext>
            </a:extLst>
          </p:cNvPr>
          <p:cNvSpPr/>
          <p:nvPr userDrawn="1"/>
        </p:nvSpPr>
        <p:spPr>
          <a:xfrm>
            <a:off x="569803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F71DF751-DB19-49BF-82B9-9D3811E70499}"/>
              </a:ext>
            </a:extLst>
          </p:cNvPr>
          <p:cNvSpPr/>
          <p:nvPr userDrawn="1"/>
        </p:nvSpPr>
        <p:spPr>
          <a:xfrm>
            <a:off x="3450617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9100234D-7429-468F-B8D0-C7A799F01751}"/>
              </a:ext>
            </a:extLst>
          </p:cNvPr>
          <p:cNvSpPr/>
          <p:nvPr userDrawn="1"/>
        </p:nvSpPr>
        <p:spPr>
          <a:xfrm>
            <a:off x="6331430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EAC1E49B-5970-449F-8CA8-BFA779615D17}"/>
              </a:ext>
            </a:extLst>
          </p:cNvPr>
          <p:cNvSpPr/>
          <p:nvPr userDrawn="1"/>
        </p:nvSpPr>
        <p:spPr>
          <a:xfrm>
            <a:off x="9212242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5" name="Picture Placeholder 6">
            <a:extLst>
              <a:ext uri="{FF2B5EF4-FFF2-40B4-BE49-F238E27FC236}">
                <a16:creationId xmlns:a16="http://schemas.microsoft.com/office/drawing/2014/main" id="{EFB235B9-ED06-4FC0-A067-8CAD672904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8498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74CAA6C4-69C2-4DAE-A469-8B70A974C4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59312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E72E645F-7424-44F7-8DBC-5F1CF09207F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40125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0EB90C5-05F1-4867-956F-4F3CBB186D7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20937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522918-702E-D24B-A653-578056615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F3CC6-283B-E248-B4C3-F09BE6ADA7F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9308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6CC357CD-D5B9-D447-83F4-503D4169ADB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41272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42C84A5-5836-6141-B51A-D2AD0D137DE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54526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91F595E-1E2F-114A-86E2-CDBCEB8D58B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2713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17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Oran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8ECF-A1CC-43FD-9E95-4F7D1897BA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25EE9-C26E-4F56-B597-3021BADF918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2F6A09-AFBB-CD41-8C8D-AEB39839AB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EF79A1A-A0BA-1B4C-92AB-10AC8EE0C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09D23B0-15EF-584F-B99A-C22943ABBA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08855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ubtitle_Orange background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8ECF-A1CC-43FD-9E95-4F7D1897BA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25EE9-C26E-4F56-B597-3021BADF918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80B597-CD1A-504B-B496-AB61CF798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44F195-54CB-904D-B250-251DBA11CF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79097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ximum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FD1BD-ABA2-48A9-9417-F7D6F3D6AF1D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B141AA-3898-435D-AF03-ADEE5B2EA8F2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CEB35-6031-1D4C-8CFE-CD33B2A313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1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89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 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262396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CF91B0E-D5A0-324C-BB42-E95DF9E10F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1930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FB0132-0FBA-4C9D-862D-7AF98DF62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5889" y="978955"/>
            <a:ext cx="9329373" cy="1711083"/>
          </a:xfrm>
          <a:prstGeom prst="rect">
            <a:avLst/>
          </a:prstGeom>
        </p:spPr>
        <p:txBody>
          <a:bodyPr lIns="0"/>
          <a:lstStyle>
            <a:lvl1pPr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54 points</a:t>
            </a:r>
          </a:p>
        </p:txBody>
      </p:sp>
      <p:sp>
        <p:nvSpPr>
          <p:cNvPr id="10" name="Text Placeholder 37">
            <a:extLst>
              <a:ext uri="{FF2B5EF4-FFF2-40B4-BE49-F238E27FC236}">
                <a16:creationId xmlns:a16="http://schemas.microsoft.com/office/drawing/2014/main" id="{CF7AE493-F1DD-46C1-BCA5-1D9636290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5889" y="2869909"/>
            <a:ext cx="6493240" cy="1528756"/>
          </a:xfrm>
        </p:spPr>
        <p:txBody>
          <a:bodyPr lIns="0"/>
          <a:lstStyle>
            <a:lvl1pPr marL="0" indent="0">
              <a:buNone/>
              <a:defRPr lang="en-US" sz="2400" baseline="0" smtClean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457200" lvl="0" indent="-457200">
              <a:lnSpc>
                <a:spcPct val="90000"/>
              </a:lnSpc>
              <a:spcBef>
                <a:spcPct val="0"/>
              </a:spcBef>
            </a:pPr>
            <a:r>
              <a:rPr lang="en-US"/>
              <a:t>Secondary statement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8F1D56-3D27-D54F-9E97-FBCD50BB88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5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3D036BC-CEE4-495F-AE6C-C29B6F73942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9135" y="4129458"/>
            <a:ext cx="5047352" cy="74166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 b="0" baseline="0">
                <a:solidFill>
                  <a:schemeClr val="bg1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21" name="Shape 837">
            <a:extLst>
              <a:ext uri="{FF2B5EF4-FFF2-40B4-BE49-F238E27FC236}">
                <a16:creationId xmlns:a16="http://schemas.microsoft.com/office/drawing/2014/main" id="{FCE5B30E-BD98-4A8E-AC96-A66F728F677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3154" y="919358"/>
            <a:ext cx="5434798" cy="445505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6F46B91-45F9-4885-97BF-71E7C27704A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77043" y="1853877"/>
            <a:ext cx="5028765" cy="1922984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lang="en-US" sz="66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3038" lvl="0" indent="-173038"/>
            <a:r>
              <a:rPr lang="en-US"/>
              <a:t>DEMO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278EB4C9-6423-4889-877F-CF2AB21904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69016" y="1169109"/>
            <a:ext cx="4618942" cy="2542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SCREENSHOT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BF2312-C2F4-E64E-8B1C-09E90527A9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7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Content/Half-Blan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A730E-202D-4D0A-9895-8A3DA0473740}"/>
              </a:ext>
            </a:extLst>
          </p:cNvPr>
          <p:cNvSpPr/>
          <p:nvPr userDrawn="1"/>
        </p:nvSpPr>
        <p:spPr>
          <a:xfrm>
            <a:off x="1" y="0"/>
            <a:ext cx="609758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2E72F80-91EB-43D3-9057-E2DC59B754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3842" y="1854200"/>
            <a:ext cx="5425900" cy="4165600"/>
          </a:xfrm>
          <a:noFill/>
        </p:spPr>
        <p:txBody>
          <a:bodyPr/>
          <a:lstStyle>
            <a:lvl1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1pPr>
            <a:lvl2pPr marL="514350" indent="-169863">
              <a:defRPr baseline="0">
                <a:solidFill>
                  <a:schemeClr val="bg1"/>
                </a:solidFill>
              </a:defRPr>
            </a:lvl2pPr>
            <a:lvl3pPr>
              <a:defRPr lang="en-US" sz="1600" b="0" i="0" kern="12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3pPr>
          </a:lstStyle>
          <a:p>
            <a:pPr lvl="0"/>
            <a:r>
              <a:rPr lang="en-US"/>
              <a:t>First bullet, Roboto Regular 20 point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0" y="482602"/>
            <a:ext cx="5431353" cy="1066798"/>
          </a:xfrm>
          <a:prstGeom prst="rect">
            <a:avLst/>
          </a:prstGeom>
          <a:noFill/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99F2A-1805-4D4C-A962-65D0696080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A5F3A-99AF-469C-A940-3C0655CBA6CC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23569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Content/Half-Blan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A730E-202D-4D0A-9895-8A3DA0473740}"/>
              </a:ext>
            </a:extLst>
          </p:cNvPr>
          <p:cNvSpPr/>
          <p:nvPr userDrawn="1"/>
        </p:nvSpPr>
        <p:spPr>
          <a:xfrm>
            <a:off x="6462868" y="0"/>
            <a:ext cx="57457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2E72F80-91EB-43D3-9057-E2DC59B754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95842" y="1854200"/>
            <a:ext cx="4984850" cy="4165600"/>
          </a:xfrm>
        </p:spPr>
        <p:txBody>
          <a:bodyPr/>
          <a:lstStyle>
            <a:lvl1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1pPr>
            <a:lvl2pPr marL="514350" indent="-169863">
              <a:defRPr baseline="0">
                <a:solidFill>
                  <a:schemeClr val="bg1"/>
                </a:solidFill>
              </a:defRPr>
            </a:lvl2pPr>
            <a:lvl3pPr>
              <a:defRPr lang="en-US" sz="1600" b="0" i="0" kern="12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3pPr>
          </a:lstStyle>
          <a:p>
            <a:pPr lvl="0"/>
            <a:r>
              <a:rPr lang="en-US"/>
              <a:t>First bullet, Roboto Regular 20 point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043" y="482602"/>
            <a:ext cx="4989860" cy="106679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50B05-90D8-4F04-932F-83CD8495F832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B70F9-FF2A-487C-8807-EEB5ACDB4AD2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53313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489077" y="2483612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2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489078" y="2483612"/>
            <a:ext cx="7675974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accent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8AEF3F98-4FF0-5844-8578-DCAA7E20BED8}"/>
              </a:ext>
            </a:extLst>
          </p:cNvPr>
          <p:cNvSpPr/>
          <p:nvPr userDrawn="1"/>
        </p:nvSpPr>
        <p:spPr>
          <a:xfrm rot="5400000">
            <a:off x="1513885" y="-1513882"/>
            <a:ext cx="1292860" cy="432062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1C1D42-6FA7-8A4F-8060-379B67E364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C9672BF8-FA25-446D-806F-3038501253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078" y="2483612"/>
            <a:ext cx="7675974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accent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C8BB3E5D-BC15-45FD-ADF0-435D2E279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C3CA8E-B47E-084A-9F1F-2B81929AA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3295" y="216484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/ clou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1130DC4-7481-FE4D-A048-88FBE7BF7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9C78630A-9344-1842-941A-F1330E812C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1769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9DA5496E-EE8E-5B45-8816-D5EA3D93B9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206379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7850671-E4BC-1447-A704-D7A765681A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9D6FEBC-CA67-6F4A-8130-7A6992B5C2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7577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1B12E1C0-BCC5-9647-BBB9-472877369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10602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309DE-31FB-0A42-8BD0-D3F146F8EA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DC5E9E-D7F6-9B4D-9850-071AC0859F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9653" y="884794"/>
            <a:ext cx="8298127" cy="5994250"/>
          </a:xfrm>
          <a:custGeom>
            <a:avLst/>
            <a:gdLst>
              <a:gd name="connsiteX0" fmla="*/ 6694975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0" fmla="*/ 6694975 w 8249900"/>
              <a:gd name="connsiteY0" fmla="*/ 0 h 5962070"/>
              <a:gd name="connsiteX1" fmla="*/ 8249900 w 8249900"/>
              <a:gd name="connsiteY1" fmla="*/ 1321489 h 5962070"/>
              <a:gd name="connsiteX2" fmla="*/ 8249900 w 8249900"/>
              <a:gd name="connsiteY2" fmla="*/ 5962070 h 5962070"/>
              <a:gd name="connsiteX3" fmla="*/ 0 w 8249900"/>
              <a:gd name="connsiteY3" fmla="*/ 5962070 h 5962070"/>
              <a:gd name="connsiteX4" fmla="*/ 6694975 w 8249900"/>
              <a:gd name="connsiteY4" fmla="*/ 0 h 5962070"/>
              <a:gd name="connsiteX0" fmla="*/ 6691800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4" fmla="*/ 6691800 w 8249900"/>
              <a:gd name="connsiteY4" fmla="*/ 0 h 5965245"/>
              <a:gd name="connsiteX0" fmla="*/ 6694975 w 8253075"/>
              <a:gd name="connsiteY0" fmla="*/ 0 h 5968420"/>
              <a:gd name="connsiteX1" fmla="*/ 8253075 w 8253075"/>
              <a:gd name="connsiteY1" fmla="*/ 1324664 h 5968420"/>
              <a:gd name="connsiteX2" fmla="*/ 8253075 w 8253075"/>
              <a:gd name="connsiteY2" fmla="*/ 5965245 h 5968420"/>
              <a:gd name="connsiteX3" fmla="*/ 0 w 8253075"/>
              <a:gd name="connsiteY3" fmla="*/ 5968420 h 5968420"/>
              <a:gd name="connsiteX4" fmla="*/ 6694975 w 8253075"/>
              <a:gd name="connsiteY4" fmla="*/ 0 h 5968420"/>
              <a:gd name="connsiteX0" fmla="*/ 6701325 w 8259425"/>
              <a:gd name="connsiteY0" fmla="*/ 0 h 5971595"/>
              <a:gd name="connsiteX1" fmla="*/ 8259425 w 8259425"/>
              <a:gd name="connsiteY1" fmla="*/ 1324664 h 5971595"/>
              <a:gd name="connsiteX2" fmla="*/ 8259425 w 8259425"/>
              <a:gd name="connsiteY2" fmla="*/ 5965245 h 5971595"/>
              <a:gd name="connsiteX3" fmla="*/ 0 w 8259425"/>
              <a:gd name="connsiteY3" fmla="*/ 5971595 h 5971595"/>
              <a:gd name="connsiteX4" fmla="*/ 6701325 w 8259425"/>
              <a:gd name="connsiteY4" fmla="*/ 0 h 5971595"/>
              <a:gd name="connsiteX0" fmla="*/ 671720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17200 w 8275300"/>
              <a:gd name="connsiteY0" fmla="*/ 0 h 5981120"/>
              <a:gd name="connsiteX1" fmla="*/ 8275300 w 8275300"/>
              <a:gd name="connsiteY1" fmla="*/ 13119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20375 w 8275300"/>
              <a:gd name="connsiteY0" fmla="*/ 0 h 5984295"/>
              <a:gd name="connsiteX1" fmla="*/ 8275300 w 8275300"/>
              <a:gd name="connsiteY1" fmla="*/ 1315139 h 5984295"/>
              <a:gd name="connsiteX2" fmla="*/ 8275300 w 8275300"/>
              <a:gd name="connsiteY2" fmla="*/ 5968420 h 5984295"/>
              <a:gd name="connsiteX3" fmla="*/ 0 w 8275300"/>
              <a:gd name="connsiteY3" fmla="*/ 5984295 h 5984295"/>
              <a:gd name="connsiteX4" fmla="*/ 6720375 w 8275300"/>
              <a:gd name="connsiteY4" fmla="*/ 0 h 5984295"/>
              <a:gd name="connsiteX0" fmla="*/ 6720375 w 8275300"/>
              <a:gd name="connsiteY0" fmla="*/ 0 h 5999793"/>
              <a:gd name="connsiteX1" fmla="*/ 8275300 w 8275300"/>
              <a:gd name="connsiteY1" fmla="*/ 1330637 h 5999793"/>
              <a:gd name="connsiteX2" fmla="*/ 8275300 w 8275300"/>
              <a:gd name="connsiteY2" fmla="*/ 5983918 h 5999793"/>
              <a:gd name="connsiteX3" fmla="*/ 0 w 8275300"/>
              <a:gd name="connsiteY3" fmla="*/ 5999793 h 5999793"/>
              <a:gd name="connsiteX4" fmla="*/ 6720375 w 8275300"/>
              <a:gd name="connsiteY4" fmla="*/ 0 h 5999793"/>
              <a:gd name="connsiteX0" fmla="*/ 6720375 w 8275300"/>
              <a:gd name="connsiteY0" fmla="*/ 0 h 5999793"/>
              <a:gd name="connsiteX1" fmla="*/ 8275300 w 8275300"/>
              <a:gd name="connsiteY1" fmla="*/ 1330637 h 5999793"/>
              <a:gd name="connsiteX2" fmla="*/ 8275300 w 8275300"/>
              <a:gd name="connsiteY2" fmla="*/ 5999416 h 5999793"/>
              <a:gd name="connsiteX3" fmla="*/ 0 w 8275300"/>
              <a:gd name="connsiteY3" fmla="*/ 5999793 h 5999793"/>
              <a:gd name="connsiteX4" fmla="*/ 6720375 w 8275300"/>
              <a:gd name="connsiteY4" fmla="*/ 0 h 5999793"/>
              <a:gd name="connsiteX0" fmla="*/ 6741039 w 8295964"/>
              <a:gd name="connsiteY0" fmla="*/ 0 h 6004959"/>
              <a:gd name="connsiteX1" fmla="*/ 8295964 w 8295964"/>
              <a:gd name="connsiteY1" fmla="*/ 1330637 h 6004959"/>
              <a:gd name="connsiteX2" fmla="*/ 8295964 w 8295964"/>
              <a:gd name="connsiteY2" fmla="*/ 5999416 h 6004959"/>
              <a:gd name="connsiteX3" fmla="*/ 0 w 8295964"/>
              <a:gd name="connsiteY3" fmla="*/ 6004959 h 6004959"/>
              <a:gd name="connsiteX4" fmla="*/ 6741039 w 8295964"/>
              <a:gd name="connsiteY4" fmla="*/ 0 h 6004959"/>
              <a:gd name="connsiteX0" fmla="*/ 6741039 w 8295964"/>
              <a:gd name="connsiteY0" fmla="*/ 0 h 6010125"/>
              <a:gd name="connsiteX1" fmla="*/ 8295964 w 8295964"/>
              <a:gd name="connsiteY1" fmla="*/ 1335803 h 6010125"/>
              <a:gd name="connsiteX2" fmla="*/ 8295964 w 8295964"/>
              <a:gd name="connsiteY2" fmla="*/ 6004582 h 6010125"/>
              <a:gd name="connsiteX3" fmla="*/ 0 w 8295964"/>
              <a:gd name="connsiteY3" fmla="*/ 6010125 h 6010125"/>
              <a:gd name="connsiteX4" fmla="*/ 6741039 w 8295964"/>
              <a:gd name="connsiteY4" fmla="*/ 0 h 6010125"/>
              <a:gd name="connsiteX0" fmla="*/ 6731514 w 8295964"/>
              <a:gd name="connsiteY0" fmla="*/ 0 h 5994250"/>
              <a:gd name="connsiteX1" fmla="*/ 8295964 w 8295964"/>
              <a:gd name="connsiteY1" fmla="*/ 1319928 h 5994250"/>
              <a:gd name="connsiteX2" fmla="*/ 8295964 w 8295964"/>
              <a:gd name="connsiteY2" fmla="*/ 5988707 h 5994250"/>
              <a:gd name="connsiteX3" fmla="*/ 0 w 8295964"/>
              <a:gd name="connsiteY3" fmla="*/ 5994250 h 5994250"/>
              <a:gd name="connsiteX4" fmla="*/ 6731514 w 8295964"/>
              <a:gd name="connsiteY4" fmla="*/ 0 h 599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964" h="5994250">
                <a:moveTo>
                  <a:pt x="6731514" y="0"/>
                </a:moveTo>
                <a:lnTo>
                  <a:pt x="8295964" y="1319928"/>
                </a:lnTo>
                <a:lnTo>
                  <a:pt x="8295964" y="5988707"/>
                </a:lnTo>
                <a:lnTo>
                  <a:pt x="0" y="5994250"/>
                </a:lnTo>
                <a:lnTo>
                  <a:pt x="6731514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                                                    CLICK TO INSERT IMAGE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72B8A-3E9A-9F41-B79E-0463DD4D06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5569E62-86F6-4531-9D5B-C2509C76A6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7577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C7903C58-B9D8-4A90-8FB0-DF22CEFDE7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31983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202258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Let’s Connect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3840" y="3549984"/>
            <a:ext cx="10121239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7938" indent="-7938">
              <a:buNone/>
              <a:tabLst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If you enjoyed our presentation, then follow us on social media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E1976F4B-3A41-1548-A994-5E85FF788D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72350" y="4193105"/>
            <a:ext cx="536045" cy="535905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D25C4296-F396-7C44-8CD0-64107EC2C08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9078" y="4193105"/>
            <a:ext cx="536045" cy="535905"/>
          </a:xfrm>
          <a:prstGeom prst="rect">
            <a:avLst/>
          </a:prstGeom>
        </p:spPr>
      </p:pic>
      <p:pic>
        <p:nvPicPr>
          <p:cNvPr id="17" name="Picture 16" descr="A white circle with a black background&#10;&#10;Description automatically generated with low confidence">
            <a:hlinkClick r:id="rId7"/>
            <a:extLst>
              <a:ext uri="{FF2B5EF4-FFF2-40B4-BE49-F238E27FC236}">
                <a16:creationId xmlns:a16="http://schemas.microsoft.com/office/drawing/2014/main" id="{0B3B1E95-2C3B-064A-ACEB-ABA4445CCDD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280714" y="4193105"/>
            <a:ext cx="536045" cy="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8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ouTube &quot;Subscribe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93E35B1E-8510-FC44-9479-E3037A3501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077" y="2202258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 for Watching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8D98E012-F822-A342-BDB9-47BC09121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3840" y="3549984"/>
            <a:ext cx="10121239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7938" indent="-7938">
              <a:buNone/>
              <a:tabLst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Don’t forget to subscribe</a:t>
            </a:r>
          </a:p>
        </p:txBody>
      </p:sp>
      <p:pic>
        <p:nvPicPr>
          <p:cNvPr id="13" name="Picture 1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1E6FF8B8-8694-7B4F-8990-1D0852D8AC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9078" y="4193104"/>
            <a:ext cx="536045" cy="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3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6B27F6-69B0-44E5-91E9-04A5F563E789}"/>
              </a:ext>
            </a:extLst>
          </p:cNvPr>
          <p:cNvSpPr/>
          <p:nvPr/>
        </p:nvSpPr>
        <p:spPr>
          <a:xfrm>
            <a:off x="1" y="0"/>
            <a:ext cx="5621214" cy="6858000"/>
          </a:xfrm>
          <a:prstGeom prst="rect">
            <a:avLst/>
          </a:prstGeom>
          <a:gradFill>
            <a:gsLst>
              <a:gs pos="0">
                <a:srgbClr val="FF4D00"/>
              </a:gs>
              <a:gs pos="49000">
                <a:srgbClr val="FF7D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99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5977108-F340-40A2-881B-AA1C0CF56FCB}"/>
              </a:ext>
            </a:extLst>
          </p:cNvPr>
          <p:cNvSpPr/>
          <p:nvPr/>
        </p:nvSpPr>
        <p:spPr>
          <a:xfrm flipH="1" flipV="1">
            <a:off x="11606062" y="0"/>
            <a:ext cx="585940" cy="1574800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99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482605"/>
            <a:ext cx="11198093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9634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897" y="6006044"/>
            <a:ext cx="2465239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6722" y="-1"/>
            <a:ext cx="585279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601" y="482605"/>
            <a:ext cx="11198093" cy="665379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438" y="1147984"/>
            <a:ext cx="11186850" cy="331601"/>
          </a:xfrm>
        </p:spPr>
        <p:txBody>
          <a:bodyPr anchor="t"/>
          <a:lstStyle>
            <a:lvl1pPr marL="0" indent="0">
              <a:buNone/>
              <a:defRPr sz="2399" i="0" baseline="0">
                <a:solidFill>
                  <a:schemeClr val="bg1">
                    <a:lumMod val="50000"/>
                  </a:schemeClr>
                </a:solidFill>
              </a:defRPr>
            </a:lvl1pPr>
            <a:lvl2pPr marL="169812" indent="0">
              <a:buNone/>
              <a:defRPr/>
            </a:lvl2pPr>
            <a:lvl3pPr marL="344384" indent="0">
              <a:buNone/>
              <a:defRPr/>
            </a:lvl3pPr>
            <a:lvl4pPr marL="458650" indent="0">
              <a:buNone/>
              <a:defRPr/>
            </a:lvl4pPr>
            <a:lvl5pPr marL="630048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0" y="2692400"/>
            <a:ext cx="2682540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02165" y="6359527"/>
            <a:ext cx="414004" cy="208701"/>
          </a:xfrm>
          <a:prstGeom prst="rect">
            <a:avLst/>
          </a:prstGeom>
        </p:spPr>
        <p:txBody>
          <a:bodyPr lIns="0" tIns="0" rIns="0" bIns="91416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063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063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017797" y="6359524"/>
            <a:ext cx="3118469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1017854" y="1854200"/>
            <a:ext cx="10662839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292176" y="6197600"/>
            <a:ext cx="914638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2799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5696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LT Gradient +L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26B26AD-614C-3F47-8568-26958D6FCF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658" y="6304010"/>
            <a:ext cx="1754411" cy="4330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16F62A-3836-5F45-A353-071318BFA867}"/>
              </a:ext>
            </a:extLst>
          </p:cNvPr>
          <p:cNvSpPr txBox="1"/>
          <p:nvPr userDrawn="1"/>
        </p:nvSpPr>
        <p:spPr>
          <a:xfrm>
            <a:off x="9194103" y="6558086"/>
            <a:ext cx="3117657" cy="179023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algn="ctr" defTabSz="913852"/>
            <a:r>
              <a:rPr lang="en-US" sz="1100">
                <a:solidFill>
                  <a:srgbClr val="5E5E5E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25F6B8EF-BB45-B34E-A4BE-890DD7CEB272}"/>
              </a:ext>
            </a:extLst>
          </p:cNvPr>
          <p:cNvSpPr/>
          <p:nvPr userDrawn="1"/>
        </p:nvSpPr>
        <p:spPr>
          <a:xfrm flipH="1" flipV="1">
            <a:off x="11603700" y="895"/>
            <a:ext cx="585127" cy="1574761"/>
          </a:xfrm>
          <a:prstGeom prst="rtTriangle">
            <a:avLst/>
          </a:prstGeom>
          <a:solidFill>
            <a:srgbClr val="00A9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6926"/>
            <a:endParaRPr lang="en-US" sz="1797" kern="0">
              <a:solidFill>
                <a:srgbClr val="FFFFFF"/>
              </a:solidFill>
              <a:latin typeface="Roboto"/>
              <a:ea typeface="Helvetica Neue"/>
              <a:cs typeface="Helvetica Neue"/>
            </a:endParaRP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460A33E1-1F8E-1F42-91D1-C38349C1B74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52" y="539750"/>
            <a:ext cx="10985500" cy="717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a16="http://schemas.microsoft.com/office/drawing/2014/main" xmlns:p14="http://schemas.microsoft.com/office/powerpoint/2010/main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0498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63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66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62.xml"/><Relationship Id="rId46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65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61.xml"/><Relationship Id="rId40" Type="http://schemas.openxmlformats.org/officeDocument/2006/relationships/slideLayout" Target="../slideLayouts/slideLayout64.xml"/><Relationship Id="rId45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68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819F9-C293-5AB7-6614-D566BBC1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2E47B-5F9A-949D-B196-BC753E2B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2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2" r:id="rId6"/>
    <p:sldLayoutId id="2147483653" r:id="rId7"/>
    <p:sldLayoutId id="2147483663" r:id="rId8"/>
    <p:sldLayoutId id="2147483654" r:id="rId9"/>
    <p:sldLayoutId id="2147483664" r:id="rId10"/>
    <p:sldLayoutId id="2147483655" r:id="rId11"/>
    <p:sldLayoutId id="2147483656" r:id="rId12"/>
    <p:sldLayoutId id="2147483665" r:id="rId13"/>
    <p:sldLayoutId id="2147483657" r:id="rId14"/>
    <p:sldLayoutId id="2147483666" r:id="rId15"/>
    <p:sldLayoutId id="2147483658" r:id="rId16"/>
    <p:sldLayoutId id="2147483659" r:id="rId17"/>
    <p:sldLayoutId id="2147483660" r:id="rId18"/>
    <p:sldLayoutId id="2147483667" r:id="rId19"/>
    <p:sldLayoutId id="2147483669" r:id="rId20"/>
    <p:sldLayoutId id="2147483680" r:id="rId21"/>
    <p:sldLayoutId id="2147483682" r:id="rId22"/>
    <p:sldLayoutId id="2147483681" r:id="rId23"/>
    <p:sldLayoutId id="214748368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2"/>
          <p:cNvSpPr>
            <a:spLocks noGrp="1"/>
          </p:cNvSpPr>
          <p:nvPr>
            <p:ph type="body" idx="1"/>
          </p:nvPr>
        </p:nvSpPr>
        <p:spPr>
          <a:xfrm>
            <a:off x="1027381" y="1854201"/>
            <a:ext cx="10653311" cy="4170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93842" y="482602"/>
            <a:ext cx="11186851" cy="1066798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</a:t>
            </a:r>
          </a:p>
        </p:txBody>
      </p:sp>
    </p:spTree>
    <p:extLst>
      <p:ext uri="{BB962C8B-B14F-4D97-AF65-F5344CB8AC3E}">
        <p14:creationId xmlns:p14="http://schemas.microsoft.com/office/powerpoint/2010/main" val="2446687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5" r:id="rId40"/>
    <p:sldLayoutId id="2147483726" r:id="rId41"/>
    <p:sldLayoutId id="2147483727" r:id="rId42"/>
    <p:sldLayoutId id="2147483728" r:id="rId43"/>
    <p:sldLayoutId id="2147483729" r:id="rId44"/>
    <p:sldLayoutId id="2147483730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baseline="0" dirty="0">
          <a:solidFill>
            <a:schemeClr val="tx1"/>
          </a:solidFill>
          <a:latin typeface="+mj-lt"/>
          <a:ea typeface="Roboto Lt" charset="0"/>
          <a:cs typeface="Roboto Lt" charset="0"/>
        </a:defRPr>
      </a:lvl1pPr>
    </p:titleStyle>
    <p:bodyStyle>
      <a:lvl1pPr marL="173038" indent="-173038" algn="l" defTabSz="914217" rtl="0" eaLnBrk="1" latinLnBrk="0" hangingPunct="1">
        <a:lnSpc>
          <a:spcPct val="95000"/>
        </a:lnSpc>
        <a:spcBef>
          <a:spcPts val="12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88" indent="-174625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.AppleSystemUIFont" charset="-120"/>
        <a:buChar char="-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350" indent="-169863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238" indent="-171450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3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800100" indent="-169863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40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4263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888" indent="-174625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75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pos="7356">
          <p15:clr>
            <a:srgbClr val="F26B43"/>
          </p15:clr>
        </p15:guide>
        <p15:guide id="7" pos="11040">
          <p15:clr>
            <a:srgbClr val="F26B43"/>
          </p15:clr>
        </p15:guide>
        <p15:guide id="12" pos="2554">
          <p15:clr>
            <a:srgbClr val="F26B43"/>
          </p15:clr>
        </p15:guide>
        <p15:guide id="13" pos="5123">
          <p15:clr>
            <a:srgbClr val="F26B43"/>
          </p15:clr>
        </p15:guide>
        <p15:guide id="14" orient="horz" pos="1443">
          <p15:clr>
            <a:srgbClr val="F26B43"/>
          </p15:clr>
        </p15:guide>
        <p15:guide id="15" orient="horz" pos="2886">
          <p15:clr>
            <a:srgbClr val="F26B43"/>
          </p15:clr>
        </p15:guide>
        <p15:guide id="16" orient="horz" pos="856">
          <p15:clr>
            <a:srgbClr val="F26B43"/>
          </p15:clr>
        </p15:guide>
        <p15:guide id="20" pos="719">
          <p15:clr>
            <a:srgbClr val="F26B43"/>
          </p15:clr>
        </p15:guide>
        <p15:guide id="28" pos="308">
          <p15:clr>
            <a:srgbClr val="F26B43"/>
          </p15:clr>
        </p15:guide>
        <p15:guide id="29" pos="7369">
          <p15:clr>
            <a:srgbClr val="F26B43"/>
          </p15:clr>
        </p15:guide>
        <p15:guide id="30" orient="horz" pos="325">
          <p15:clr>
            <a:srgbClr val="F26B43"/>
          </p15:clr>
        </p15:guide>
        <p15:guide id="31" orient="horz" pos="1168">
          <p15:clr>
            <a:srgbClr val="F26B43"/>
          </p15:clr>
        </p15:guide>
        <p15:guide id="32" orient="horz" pos="3792">
          <p15:clr>
            <a:srgbClr val="F26B43"/>
          </p15:clr>
        </p15:guide>
        <p15:guide id="34" orient="horz" pos="922">
          <p15:clr>
            <a:srgbClr val="F26B43"/>
          </p15:clr>
        </p15:guide>
        <p15:guide id="35" pos="6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98DC3-A8FA-11D6-74A0-A3E10A5D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510" y="3157684"/>
            <a:ext cx="9501149" cy="1180275"/>
          </a:xfrm>
        </p:spPr>
        <p:txBody>
          <a:bodyPr>
            <a:normAutofit fontScale="9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-US" sz="5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Assessment Tool</a:t>
            </a:r>
            <a:br>
              <a:rPr lang="en-US" sz="5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 DPDP Act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67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BB5C-729B-01FE-A04B-0A95C9F7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4C3AE765-C1AE-7155-22E2-F0B093AB05AE}"/>
              </a:ext>
            </a:extLst>
          </p:cNvPr>
          <p:cNvSpPr txBox="1">
            <a:spLocks/>
          </p:cNvSpPr>
          <p:nvPr/>
        </p:nvSpPr>
        <p:spPr>
          <a:xfrm>
            <a:off x="387350" y="482602"/>
            <a:ext cx="11188699" cy="6146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B7000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Are Privacy Laws?</a:t>
            </a:r>
            <a:endParaRPr lang="en-IN" sz="3600">
              <a:solidFill>
                <a:srgbClr val="B7000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1A6C9-1853-CED6-F09D-BB45732E99CA}"/>
              </a:ext>
            </a:extLst>
          </p:cNvPr>
          <p:cNvSpPr txBox="1"/>
          <p:nvPr/>
        </p:nvSpPr>
        <p:spPr>
          <a:xfrm>
            <a:off x="488948" y="2241239"/>
            <a:ext cx="7687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sz="2400" b="1" i="0" dirty="0">
                <a:solidFill>
                  <a:srgbClr val="FFC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Privacy Laws Around the world</a:t>
            </a:r>
            <a:endParaRPr lang="en-IN" sz="2000" b="1" dirty="0">
              <a:solidFill>
                <a:srgbClr val="FFC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FF55F-6D92-78DD-7C33-9BD75CA29430}"/>
              </a:ext>
            </a:extLst>
          </p:cNvPr>
          <p:cNvSpPr txBox="1"/>
          <p:nvPr/>
        </p:nvSpPr>
        <p:spPr>
          <a:xfrm>
            <a:off x="488948" y="1309752"/>
            <a:ext cx="104584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Regulations designed to protect personal data and ensure ethical usage.</a:t>
            </a:r>
            <a:endParaRPr lang="en-IN" sz="2500">
              <a:solidFill>
                <a:schemeClr val="tx1">
                  <a:lumMod val="95000"/>
                  <a:lumOff val="5000"/>
                </a:schemeClr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7054CD-DC28-3594-E4D9-93FBA6696ABA}"/>
              </a:ext>
            </a:extLst>
          </p:cNvPr>
          <p:cNvSpPr/>
          <p:nvPr/>
        </p:nvSpPr>
        <p:spPr>
          <a:xfrm>
            <a:off x="8001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Digital Personal Data Protection 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India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771F43-FD29-1107-834D-BA329C369786}"/>
              </a:ext>
            </a:extLst>
          </p:cNvPr>
          <p:cNvSpPr/>
          <p:nvPr/>
        </p:nvSpPr>
        <p:spPr>
          <a:xfrm>
            <a:off x="30099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Personal Data Protection Law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Saudi Arabia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E25022-3D1C-6F00-F4C7-39F195D65C43}"/>
              </a:ext>
            </a:extLst>
          </p:cNvPr>
          <p:cNvSpPr/>
          <p:nvPr/>
        </p:nvSpPr>
        <p:spPr>
          <a:xfrm>
            <a:off x="52070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Personal Data Protection Policy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Oman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12832-C89C-C80A-7E2B-1F4AEAAAAE4E}"/>
              </a:ext>
            </a:extLst>
          </p:cNvPr>
          <p:cNvSpPr/>
          <p:nvPr/>
        </p:nvSpPr>
        <p:spPr>
          <a:xfrm>
            <a:off x="74041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National Data Privacy Law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Qatar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05FD23-CC4E-10A5-6833-C8BE3D11E2E7}"/>
              </a:ext>
            </a:extLst>
          </p:cNvPr>
          <p:cNvSpPr/>
          <p:nvPr/>
        </p:nvSpPr>
        <p:spPr>
          <a:xfrm>
            <a:off x="9575800" y="3352047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General Data Protection Regulation</a:t>
            </a: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 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Europe</a:t>
            </a:r>
          </a:p>
        </p:txBody>
      </p:sp>
    </p:spTree>
    <p:extLst>
      <p:ext uri="{BB962C8B-B14F-4D97-AF65-F5344CB8AC3E}">
        <p14:creationId xmlns:p14="http://schemas.microsoft.com/office/powerpoint/2010/main" val="3172748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C193-B7FF-63F9-F802-F3CA9C37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B567CE-FC44-64F3-F1EB-7DD2063C04DB}"/>
              </a:ext>
            </a:extLst>
          </p:cNvPr>
          <p:cNvSpPr txBox="1">
            <a:spLocks/>
          </p:cNvSpPr>
          <p:nvPr/>
        </p:nvSpPr>
        <p:spPr>
          <a:xfrm>
            <a:off x="357124" y="1145495"/>
            <a:ext cx="11193296" cy="3316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999" b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Themes Across Data Privacy &amp; Protection Laws (</a:t>
            </a:r>
            <a:r>
              <a:rPr lang="en-US" sz="1999" b="1" i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e.g. EU GDPR, DPDP </a:t>
            </a:r>
            <a:r>
              <a:rPr lang="en-US" sz="1999" b="1" i="1" dirty="0" err="1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</a:t>
            </a:r>
            <a:r>
              <a:rPr lang="en-US" sz="1999" b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1799" b="1" dirty="0">
              <a:solidFill>
                <a:srgbClr val="FCA226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3FFE73-FDE7-53B7-D503-0A8D75568E64}"/>
              </a:ext>
            </a:extLst>
          </p:cNvPr>
          <p:cNvSpPr/>
          <p:nvPr/>
        </p:nvSpPr>
        <p:spPr>
          <a:xfrm>
            <a:off x="1376124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Consent</a:t>
            </a:r>
            <a:endParaRPr lang="en-US" sz="1799">
              <a:solidFill>
                <a:schemeClr val="bg1"/>
              </a:solidFill>
              <a:latin typeface="Georgia Pro Light" panose="02040302050405020303" pitchFamily="18" charset="0"/>
              <a:ea typeface="Roboto"/>
              <a:cs typeface="Roboto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17E36C-82FB-7559-A8B8-83F0BE73D71F}"/>
              </a:ext>
            </a:extLst>
          </p:cNvPr>
          <p:cNvSpPr/>
          <p:nvPr/>
        </p:nvSpPr>
        <p:spPr>
          <a:xfrm>
            <a:off x="1375694" y="2835214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Processors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0A552F-7D45-F0B7-D07E-0B4004FACA8D}"/>
              </a:ext>
            </a:extLst>
          </p:cNvPr>
          <p:cNvSpPr/>
          <p:nvPr/>
        </p:nvSpPr>
        <p:spPr>
          <a:xfrm>
            <a:off x="1375693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 Light"/>
                <a:cs typeface="Roboto Light"/>
              </a:rPr>
              <a:t>Lawful Collection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360DBB-6BBE-FFF2-8966-AF0D8A9BA6A0}"/>
              </a:ext>
            </a:extLst>
          </p:cNvPr>
          <p:cNvSpPr/>
          <p:nvPr/>
        </p:nvSpPr>
        <p:spPr>
          <a:xfrm>
            <a:off x="1376124" y="4418801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+mn-lt"/>
                <a:cs typeface="+mn-lt"/>
              </a:rPr>
              <a:t>Minimization</a:t>
            </a:r>
            <a:endParaRPr lang="en-US" sz="1799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16BA9F-4E85-7C4C-7A14-6CF12AE87984}"/>
              </a:ext>
            </a:extLst>
          </p:cNvPr>
          <p:cNvSpPr/>
          <p:nvPr/>
        </p:nvSpPr>
        <p:spPr>
          <a:xfrm>
            <a:off x="4471318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Notice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45141D-F0A0-B79A-D341-D280DBC1D50A}"/>
              </a:ext>
            </a:extLst>
          </p:cNvPr>
          <p:cNvSpPr/>
          <p:nvPr/>
        </p:nvSpPr>
        <p:spPr>
          <a:xfrm>
            <a:off x="4471318" y="2833953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Accuracy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194648-13D8-A862-D1AD-9DDAD2F9C33C}"/>
              </a:ext>
            </a:extLst>
          </p:cNvPr>
          <p:cNvSpPr/>
          <p:nvPr/>
        </p:nvSpPr>
        <p:spPr>
          <a:xfrm>
            <a:off x="4471318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Disclosure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FCB5BE-90D3-E4A0-A3F8-F853BE6F63C7}"/>
              </a:ext>
            </a:extLst>
          </p:cNvPr>
          <p:cNvSpPr/>
          <p:nvPr/>
        </p:nvSpPr>
        <p:spPr>
          <a:xfrm>
            <a:off x="4471319" y="4417541"/>
            <a:ext cx="2999478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 dirty="0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Storage Limitation</a:t>
            </a:r>
            <a:endParaRPr lang="en-US" sz="1799" b="1" dirty="0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8BA6EA-12F4-6239-7745-1F6EBFB4C54B}"/>
              </a:ext>
            </a:extLst>
          </p:cNvPr>
          <p:cNvSpPr/>
          <p:nvPr/>
        </p:nvSpPr>
        <p:spPr>
          <a:xfrm>
            <a:off x="2890375" y="5209335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Security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94047E-403D-981D-0849-83466CEA683A}"/>
              </a:ext>
            </a:extLst>
          </p:cNvPr>
          <p:cNvSpPr/>
          <p:nvPr/>
        </p:nvSpPr>
        <p:spPr>
          <a:xfrm>
            <a:off x="7566512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Impact Assessment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903C1A-B5F2-C8DA-36A6-EDA6C1451D67}"/>
              </a:ext>
            </a:extLst>
          </p:cNvPr>
          <p:cNvSpPr/>
          <p:nvPr/>
        </p:nvSpPr>
        <p:spPr>
          <a:xfrm>
            <a:off x="7566512" y="2833953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 dirty="0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Record of Processing</a:t>
            </a:r>
            <a:endParaRPr lang="en-US" sz="1799" dirty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F54F06-4060-BA19-D72E-E41977B6A8C8}"/>
              </a:ext>
            </a:extLst>
          </p:cNvPr>
          <p:cNvSpPr/>
          <p:nvPr/>
        </p:nvSpPr>
        <p:spPr>
          <a:xfrm>
            <a:off x="7566512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International Transfers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E422A6-3FCC-71F2-41BB-1C3D1F3AF861}"/>
              </a:ext>
            </a:extLst>
          </p:cNvPr>
          <p:cNvSpPr/>
          <p:nvPr/>
        </p:nvSpPr>
        <p:spPr>
          <a:xfrm>
            <a:off x="7566512" y="4417541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Data Protection Officer (DPO)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1CF3A8-58AE-C36B-C9B5-6CC0EA97DD6C}"/>
              </a:ext>
            </a:extLst>
          </p:cNvPr>
          <p:cNvSpPr/>
          <p:nvPr/>
        </p:nvSpPr>
        <p:spPr>
          <a:xfrm>
            <a:off x="5993761" y="5209335"/>
            <a:ext cx="2999478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Individual Rights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257645D-FE32-1F31-2E64-DA4E55515FC1}"/>
              </a:ext>
            </a:extLst>
          </p:cNvPr>
          <p:cNvSpPr>
            <a:spLocks noGrp="1"/>
          </p:cNvSpPr>
          <p:nvPr/>
        </p:nvSpPr>
        <p:spPr>
          <a:xfrm>
            <a:off x="357124" y="558381"/>
            <a:ext cx="11191614" cy="562427"/>
          </a:xfrm>
          <a:prstGeom prst="rect">
            <a:avLst/>
          </a:prstGeom>
        </p:spPr>
        <p:txBody>
          <a:bodyPr lIns="0" tIns="45720" rIns="91440" bIns="45720" anchor="t"/>
          <a:lstStyle>
            <a:lvl1pPr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Roboto Light"/>
                <a:ea typeface="Roboto Light"/>
                <a:cs typeface="Roboto Light"/>
              </a:rPr>
              <a:t>Common Themes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371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07585" y="584635"/>
            <a:ext cx="10515600" cy="5432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</a:t>
            </a:r>
            <a:r>
              <a:rPr lang="en-US" sz="36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Lifecycle Support 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Compliance</a:t>
            </a:r>
          </a:p>
        </p:txBody>
      </p:sp>
      <p:sp>
        <p:nvSpPr>
          <p:cNvPr id="16" name="Text Placeholder 15"/>
          <p:cNvSpPr txBox="1">
            <a:spLocks/>
          </p:cNvSpPr>
          <p:nvPr/>
        </p:nvSpPr>
        <p:spPr>
          <a:xfrm>
            <a:off x="459878" y="1144115"/>
            <a:ext cx="6485837" cy="3317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True champions of Data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061518"/>
            <a:ext cx="12192000" cy="366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1461" y="3265451"/>
            <a:ext cx="12192000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19977" y="3149492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00856" y="2116684"/>
            <a:ext cx="1343179" cy="980267"/>
            <a:chOff x="273053" y="725020"/>
            <a:chExt cx="1921850" cy="1273383"/>
          </a:xfrm>
          <a:solidFill>
            <a:srgbClr val="C00000"/>
          </a:solidFill>
        </p:grpSpPr>
        <p:sp>
          <p:nvSpPr>
            <p:cNvPr id="10" name="Rounded Rectangle 9"/>
            <p:cNvSpPr/>
            <p:nvPr/>
          </p:nvSpPr>
          <p:spPr>
            <a:xfrm>
              <a:off x="273053" y="725020"/>
              <a:ext cx="1921850" cy="1052161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Label</a:t>
              </a:r>
            </a:p>
          </p:txBody>
        </p:sp>
        <p:sp>
          <p:nvSpPr>
            <p:cNvPr id="11" name="Isosceles Triangle 15"/>
            <p:cNvSpPr/>
            <p:nvPr/>
          </p:nvSpPr>
          <p:spPr>
            <a:xfrm flipV="1">
              <a:off x="116880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030644" y="3427892"/>
            <a:ext cx="1241999" cy="976552"/>
            <a:chOff x="368710" y="726356"/>
            <a:chExt cx="1777180" cy="1050826"/>
          </a:xfrm>
          <a:solidFill>
            <a:srgbClr val="C00000"/>
          </a:solidFill>
        </p:grpSpPr>
        <p:sp>
          <p:nvSpPr>
            <p:cNvPr id="13" name="Rounded Rectangle 12"/>
            <p:cNvSpPr/>
            <p:nvPr/>
          </p:nvSpPr>
          <p:spPr>
            <a:xfrm>
              <a:off x="368710" y="966019"/>
              <a:ext cx="1777180" cy="811163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Protection</a:t>
              </a:r>
            </a:p>
          </p:txBody>
        </p:sp>
        <p:sp>
          <p:nvSpPr>
            <p:cNvPr id="14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903129" y="2283946"/>
            <a:ext cx="1404257" cy="685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457200"/>
            <a:endParaRPr lang="en-US" sz="900">
              <a:solidFill>
                <a:srgbClr val="373737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19977" y="2083657"/>
            <a:ext cx="1619163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gets Protected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 on Policies, Data Principal Rights are managed, and data exposure is remediated for effective data protection. protection.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8493" y="3638621"/>
            <a:ext cx="181762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is Labelled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 on Sensitivity and tracked for access rights and accuracy, and appropriately protected, including children’s data.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6620434" y="2116682"/>
            <a:ext cx="1241999" cy="980266"/>
            <a:chOff x="376084" y="691382"/>
            <a:chExt cx="1547078" cy="1307021"/>
          </a:xfrm>
          <a:solidFill>
            <a:srgbClr val="C00000"/>
          </a:solidFill>
        </p:grpSpPr>
        <p:sp>
          <p:nvSpPr>
            <p:cNvPr id="42" name="Rounded Rectangle 41"/>
            <p:cNvSpPr/>
            <p:nvPr/>
          </p:nvSpPr>
          <p:spPr>
            <a:xfrm>
              <a:off x="376084" y="691382"/>
              <a:ext cx="1547078" cy="1085800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Activity Monitor</a:t>
              </a:r>
            </a:p>
          </p:txBody>
        </p:sp>
        <p:sp>
          <p:nvSpPr>
            <p:cNvPr id="43" name="Isosceles Triangle 15"/>
            <p:cNvSpPr/>
            <p:nvPr/>
          </p:nvSpPr>
          <p:spPr>
            <a:xfrm flipV="1">
              <a:off x="105693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457460" y="3460551"/>
            <a:ext cx="1241999" cy="943893"/>
            <a:chOff x="368710" y="726356"/>
            <a:chExt cx="1777180" cy="1258524"/>
          </a:xfrm>
          <a:solidFill>
            <a:srgbClr val="C00000"/>
          </a:solidFill>
        </p:grpSpPr>
        <p:sp>
          <p:nvSpPr>
            <p:cNvPr id="45" name="Rounded Rectangle 44"/>
            <p:cNvSpPr/>
            <p:nvPr/>
          </p:nvSpPr>
          <p:spPr>
            <a:xfrm>
              <a:off x="368710" y="966019"/>
              <a:ext cx="1777180" cy="1018861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Personal Data Process</a:t>
              </a:r>
            </a:p>
          </p:txBody>
        </p:sp>
        <p:sp>
          <p:nvSpPr>
            <p:cNvPr id="46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578615" y="3640298"/>
            <a:ext cx="160653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AU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 Data transfers</a:t>
            </a:r>
            <a:r>
              <a:rPr lang="en-AU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enforce location-based access, and respond to unauthorized data activities.</a:t>
            </a:r>
            <a:endParaRPr lang="en-US" sz="100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11171" y="2137749"/>
            <a:ext cx="1652333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US" sz="10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processing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ensures minimization, tracks lawful activities, manages Data Principal Rights, and remediates data exposure.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0009298" y="2116683"/>
            <a:ext cx="1360267" cy="948471"/>
            <a:chOff x="376084" y="966019"/>
            <a:chExt cx="1777180" cy="1032384"/>
          </a:xfrm>
          <a:solidFill>
            <a:srgbClr val="C00000"/>
          </a:solidFill>
        </p:grpSpPr>
        <p:sp>
          <p:nvSpPr>
            <p:cNvPr id="52" name="Rounded Rectangle 51"/>
            <p:cNvSpPr/>
            <p:nvPr/>
          </p:nvSpPr>
          <p:spPr>
            <a:xfrm>
              <a:off x="376084" y="966019"/>
              <a:ext cx="1777180" cy="811162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Delete/Retired</a:t>
              </a:r>
              <a:endParaRPr lang="en-US"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3" name="Isosceles Triangle 45"/>
            <p:cNvSpPr/>
            <p:nvPr/>
          </p:nvSpPr>
          <p:spPr>
            <a:xfrm flipV="1">
              <a:off x="1250586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915846" y="3631378"/>
            <a:ext cx="1605149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US" sz="10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 data retention and lifecycle</a:t>
            </a:r>
            <a:r>
              <a:rPr lang="en-US" sz="1000" b="0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documents as "Records," and conduct disposition reviews for safe deletion.</a:t>
            </a:r>
          </a:p>
        </p:txBody>
      </p:sp>
      <p:sp>
        <p:nvSpPr>
          <p:cNvPr id="37" name="Oval 36"/>
          <p:cNvSpPr/>
          <p:nvPr/>
        </p:nvSpPr>
        <p:spPr>
          <a:xfrm>
            <a:off x="5468958" y="3153975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018547" y="3158458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920876" y="3162941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578124" y="3167424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38347" y="2120222"/>
            <a:ext cx="1343179" cy="980267"/>
            <a:chOff x="273053" y="725020"/>
            <a:chExt cx="1921850" cy="1273383"/>
          </a:xfrm>
          <a:solidFill>
            <a:srgbClr val="C00000"/>
          </a:solidFill>
        </p:grpSpPr>
        <p:sp>
          <p:nvSpPr>
            <p:cNvPr id="36" name="Rounded Rectangle 35"/>
            <p:cNvSpPr/>
            <p:nvPr/>
          </p:nvSpPr>
          <p:spPr>
            <a:xfrm>
              <a:off x="273053" y="725020"/>
              <a:ext cx="1921850" cy="1052159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Data Collection</a:t>
              </a:r>
            </a:p>
          </p:txBody>
        </p:sp>
        <p:sp>
          <p:nvSpPr>
            <p:cNvPr id="47" name="Isosceles Triangle 15"/>
            <p:cNvSpPr/>
            <p:nvPr/>
          </p:nvSpPr>
          <p:spPr>
            <a:xfrm flipV="1">
              <a:off x="116880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760249" y="3431431"/>
            <a:ext cx="1241999" cy="976551"/>
            <a:chOff x="368710" y="726356"/>
            <a:chExt cx="1777180" cy="1050825"/>
          </a:xfrm>
          <a:solidFill>
            <a:srgbClr val="C00000"/>
          </a:solidFill>
        </p:grpSpPr>
        <p:sp>
          <p:nvSpPr>
            <p:cNvPr id="55" name="Rounded Rectangle 54"/>
            <p:cNvSpPr/>
            <p:nvPr/>
          </p:nvSpPr>
          <p:spPr>
            <a:xfrm>
              <a:off x="368710" y="966019"/>
              <a:ext cx="1777180" cy="811162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Discovery</a:t>
              </a:r>
            </a:p>
          </p:txBody>
        </p:sp>
        <p:sp>
          <p:nvSpPr>
            <p:cNvPr id="56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59" name="Oval 58"/>
          <p:cNvSpPr/>
          <p:nvPr/>
        </p:nvSpPr>
        <p:spPr>
          <a:xfrm>
            <a:off x="2271614" y="3153035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871656" y="3156573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69353" y="3670386"/>
            <a:ext cx="15056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gets Collected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various sources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171B48-F991-A0A6-2350-B97E5D5FA85F}"/>
              </a:ext>
            </a:extLst>
          </p:cNvPr>
          <p:cNvSpPr/>
          <p:nvPr/>
        </p:nvSpPr>
        <p:spPr>
          <a:xfrm>
            <a:off x="1704960" y="2089342"/>
            <a:ext cx="160565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Discover and Manage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personal data estate with data minimization, process limits and storage rules</a:t>
            </a:r>
          </a:p>
        </p:txBody>
      </p:sp>
    </p:spTree>
    <p:extLst>
      <p:ext uri="{BB962C8B-B14F-4D97-AF65-F5344CB8AC3E}">
        <p14:creationId xmlns:p14="http://schemas.microsoft.com/office/powerpoint/2010/main" val="413410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7" grpId="0" animBg="1"/>
      <p:bldP spid="38" grpId="0" animBg="1"/>
      <p:bldP spid="39" grpId="0" animBg="1"/>
      <p:bldP spid="40" grpId="0" animBg="1"/>
      <p:bldP spid="59" grpId="0" animBg="1"/>
      <p:bldP spid="6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565D-FAB8-0B91-B5DA-44F64C5E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F667B-8DD6-C82F-20B7-39FD5492F46F}"/>
              </a:ext>
            </a:extLst>
          </p:cNvPr>
          <p:cNvSpPr txBox="1"/>
          <p:nvPr/>
        </p:nvSpPr>
        <p:spPr>
          <a:xfrm>
            <a:off x="102269" y="303014"/>
            <a:ext cx="1198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Complete Solution for DPDP </a:t>
            </a:r>
            <a:endParaRPr lang="en-IN" sz="3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89A576-7AB6-417B-CC11-EDBD8F0D2811}"/>
              </a:ext>
            </a:extLst>
          </p:cNvPr>
          <p:cNvGrpSpPr/>
          <p:nvPr/>
        </p:nvGrpSpPr>
        <p:grpSpPr>
          <a:xfrm>
            <a:off x="0" y="1479175"/>
            <a:ext cx="11964542" cy="4419601"/>
            <a:chOff x="-71346" y="1452281"/>
            <a:chExt cx="11964542" cy="44196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B5EEC26-1E1A-762F-8205-39E38B655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3229" r="1056" b="21770"/>
            <a:stretch/>
          </p:blipFill>
          <p:spPr>
            <a:xfrm>
              <a:off x="-71346" y="1452281"/>
              <a:ext cx="11964542" cy="4419601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1646201-7154-F152-C2A8-7B9E26DEB465}"/>
                </a:ext>
              </a:extLst>
            </p:cNvPr>
            <p:cNvSpPr/>
            <p:nvPr/>
          </p:nvSpPr>
          <p:spPr>
            <a:xfrm>
              <a:off x="9233646" y="2366682"/>
              <a:ext cx="779929" cy="251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2579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98;p118">
            <a:extLst>
              <a:ext uri="{FF2B5EF4-FFF2-40B4-BE49-F238E27FC236}">
                <a16:creationId xmlns:a16="http://schemas.microsoft.com/office/drawing/2014/main" id="{5C01F4FA-1AF3-0FB3-443A-E4DBB47709C9}"/>
              </a:ext>
            </a:extLst>
          </p:cNvPr>
          <p:cNvSpPr/>
          <p:nvPr/>
        </p:nvSpPr>
        <p:spPr>
          <a:xfrm>
            <a:off x="6421673" y="241300"/>
            <a:ext cx="5770327" cy="6624264"/>
          </a:xfrm>
          <a:custGeom>
            <a:avLst/>
            <a:gdLst/>
            <a:ahLst/>
            <a:cxnLst/>
            <a:rect l="l" t="t" r="r" b="b"/>
            <a:pathLst>
              <a:path w="5895975" h="6848475" extrusionOk="0">
                <a:moveTo>
                  <a:pt x="0" y="6848475"/>
                </a:moveTo>
                <a:lnTo>
                  <a:pt x="5895975" y="6848475"/>
                </a:lnTo>
                <a:lnTo>
                  <a:pt x="5895975" y="0"/>
                </a:lnTo>
                <a:lnTo>
                  <a:pt x="1714500" y="0"/>
                </a:lnTo>
                <a:lnTo>
                  <a:pt x="0" y="6848475"/>
                </a:lnTo>
                <a:close/>
              </a:path>
            </a:pathLst>
          </a:custGeom>
          <a:blipFill rotWithShape="1">
            <a:blip r:embed="rId2"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owEdges/>
                      </a14:imgEffect>
                    </a14:imgLayer>
                  </a14:imgProps>
                </a:ext>
              </a:extLst>
            </a:blip>
            <a:stretch>
              <a:fillRect r="-21121"/>
            </a:stretch>
          </a:blip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8179F-2AE1-EDFA-63A8-140E7612EE7A}"/>
              </a:ext>
            </a:extLst>
          </p:cNvPr>
          <p:cNvSpPr txBox="1">
            <a:spLocks/>
          </p:cNvSpPr>
          <p:nvPr/>
        </p:nvSpPr>
        <p:spPr>
          <a:xfrm>
            <a:off x="359048" y="448382"/>
            <a:ext cx="6961373" cy="110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Facts and Trends</a:t>
            </a:r>
            <a:br>
              <a:rPr lang="en-IN" b="0" i="0" dirty="0">
                <a:solidFill>
                  <a:schemeClr val="bg1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800" b="0" i="0" dirty="0">
                <a:solidFill>
                  <a:srgbClr val="B7000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Global Data Protection Laws</a:t>
            </a:r>
            <a:endParaRPr lang="en-US" sz="2800" dirty="0">
              <a:solidFill>
                <a:srgbClr val="B7000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Google Shape;900;p118">
            <a:extLst>
              <a:ext uri="{FF2B5EF4-FFF2-40B4-BE49-F238E27FC236}">
                <a16:creationId xmlns:a16="http://schemas.microsoft.com/office/drawing/2014/main" id="{969D90A1-2C69-E89B-2046-F131CC5B9292}"/>
              </a:ext>
            </a:extLst>
          </p:cNvPr>
          <p:cNvSpPr txBox="1"/>
          <p:nvPr/>
        </p:nvSpPr>
        <p:spPr>
          <a:xfrm>
            <a:off x="359048" y="1762571"/>
            <a:ext cx="6488967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Organisations in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India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may face steep penalties under the DPDP Act, with fines up to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₹250 crore 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for failing to implement reasonable security safeguards; up to ₹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200 crore for data-breach 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notification lapses or mishandling children’s data. 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(Source: DPDP Act Schedule as outlined by Apar Law, </a:t>
            </a:r>
            <a:r>
              <a:rPr lang="en-GB" sz="1000" i="0" dirty="0" err="1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Tsaaro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and others)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endParaRPr lang="en-GB" sz="2000" dirty="0">
              <a:solidFill>
                <a:srgbClr val="B60003"/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Globally, the average cost of a data breach in </a:t>
            </a:r>
            <a:r>
              <a:rPr lang="en-GB" sz="2000" i="0" dirty="0">
                <a:solidFill>
                  <a:srgbClr val="C00000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2024 reached USD 4.88 million</a:t>
            </a:r>
            <a:r>
              <a:rPr lang="en-GB" sz="2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underscoring the financial importance of compliance.</a:t>
            </a:r>
            <a:r>
              <a:rPr lang="en-GB" sz="18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 i="0" dirty="0"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(Source: IBM Cost of a Data Breach Report, 2023)</a:t>
            </a:r>
            <a:endParaRPr lang="en-US" sz="1000" b="0" i="0" dirty="0">
              <a:effectLst/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  <a:sym typeface="Roboto Light"/>
            </a:endParaRPr>
          </a:p>
        </p:txBody>
      </p:sp>
      <p:sp>
        <p:nvSpPr>
          <p:cNvPr id="6" name="Google Shape;899;p118">
            <a:extLst>
              <a:ext uri="{FF2B5EF4-FFF2-40B4-BE49-F238E27FC236}">
                <a16:creationId xmlns:a16="http://schemas.microsoft.com/office/drawing/2014/main" id="{EB60D21A-F8FC-2D51-B3D4-6F5C035E331E}"/>
              </a:ext>
            </a:extLst>
          </p:cNvPr>
          <p:cNvSpPr/>
          <p:nvPr/>
        </p:nvSpPr>
        <p:spPr>
          <a:xfrm flipH="1">
            <a:off x="6419375" y="235732"/>
            <a:ext cx="1721611" cy="6622225"/>
          </a:xfrm>
          <a:custGeom>
            <a:avLst/>
            <a:gdLst/>
            <a:ahLst/>
            <a:cxnLst/>
            <a:rect l="l" t="t" r="r" b="b"/>
            <a:pathLst>
              <a:path w="1775107" h="6863483" extrusionOk="0">
                <a:moveTo>
                  <a:pt x="5900" y="0"/>
                </a:moveTo>
                <a:lnTo>
                  <a:pt x="1775107" y="6863483"/>
                </a:lnTo>
                <a:lnTo>
                  <a:pt x="1583518" y="6861338"/>
                </a:lnTo>
                <a:lnTo>
                  <a:pt x="0" y="4143"/>
                </a:lnTo>
                <a:lnTo>
                  <a:pt x="59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endParaRPr sz="1800" b="0" i="0" u="none" strike="noStrike" cap="none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12662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489F-364A-8470-70DF-2C3F7CF8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E8070A8-0099-E80B-3B68-E4455BE4584E}"/>
              </a:ext>
            </a:extLst>
          </p:cNvPr>
          <p:cNvGrpSpPr/>
          <p:nvPr/>
        </p:nvGrpSpPr>
        <p:grpSpPr>
          <a:xfrm>
            <a:off x="542519" y="1385408"/>
            <a:ext cx="11159624" cy="4805643"/>
            <a:chOff x="399191" y="1286024"/>
            <a:chExt cx="9770449" cy="480564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8DB4454-D93F-DACB-97B9-37A423D7B653}"/>
                </a:ext>
              </a:extLst>
            </p:cNvPr>
            <p:cNvGrpSpPr/>
            <p:nvPr/>
          </p:nvGrpSpPr>
          <p:grpSpPr>
            <a:xfrm>
              <a:off x="5761778" y="1403428"/>
              <a:ext cx="4407862" cy="4570841"/>
              <a:chOff x="5761778" y="1342936"/>
              <a:chExt cx="4407862" cy="4570841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F6143D0-CAB6-17B2-7B18-626AC73B756D}"/>
                  </a:ext>
                </a:extLst>
              </p:cNvPr>
              <p:cNvSpPr/>
              <p:nvPr/>
            </p:nvSpPr>
            <p:spPr>
              <a:xfrm>
                <a:off x="5761778" y="1342936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Privacy laws like GDPR, PDPL, and DPDP</a:t>
                </a:r>
                <a:r>
                  <a:rPr lang="en-US" sz="180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are complex and constantly evolving.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796326F-DB8C-FD14-ED9E-9A8DBF8F9055}"/>
                  </a:ext>
                </a:extLst>
              </p:cNvPr>
              <p:cNvSpPr/>
              <p:nvPr/>
            </p:nvSpPr>
            <p:spPr>
              <a:xfrm>
                <a:off x="5761778" y="2324064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1" i="0">
                    <a:solidFill>
                      <a:srgbClr val="FCA226"/>
                    </a:solidFill>
                    <a:effectLst/>
                    <a:latin typeface="Georgia Pro Light" panose="02040302050405020303" pitchFamily="18" charset="0"/>
                  </a:rPr>
                  <a:t>Non-compliance leads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to hefty fines, reputational damage, and legal risks</a:t>
                </a:r>
                <a:r>
                  <a:rPr lang="en-US" sz="1800" b="0" i="0">
                    <a:solidFill>
                      <a:schemeClr val="bg1"/>
                    </a:solidFill>
                    <a:effectLst/>
                    <a:latin typeface="Georgia Pro Light" panose="02040302050405020303" pitchFamily="18" charset="0"/>
                  </a:rPr>
                  <a:t>.</a:t>
                </a:r>
                <a:endParaRPr lang="en-US" sz="1800">
                  <a:solidFill>
                    <a:schemeClr val="bg1"/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93DF302-7E34-5FDB-473D-0C97E1A75FF7}"/>
                  </a:ext>
                </a:extLst>
              </p:cNvPr>
              <p:cNvSpPr/>
              <p:nvPr/>
            </p:nvSpPr>
            <p:spPr>
              <a:xfrm>
                <a:off x="5761778" y="3305191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Manual processes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are slow, error-prone, and resource-heavy.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FF208CC-8DE3-19AF-E775-9711B8246B22}"/>
                  </a:ext>
                </a:extLst>
              </p:cNvPr>
              <p:cNvSpPr/>
              <p:nvPr/>
            </p:nvSpPr>
            <p:spPr>
              <a:xfrm>
                <a:off x="5761778" y="4286318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1" i="0">
                    <a:solidFill>
                      <a:srgbClr val="FCA226"/>
                    </a:solidFill>
                    <a:effectLst/>
                    <a:latin typeface="Georgia Pro Light" panose="02040302050405020303" pitchFamily="18" charset="0"/>
                  </a:rPr>
                  <a:t>AI Automated tools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ensure accuracy, scalability, and efficiency.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948024A-4E66-197D-AEFC-5FBE3AEB39CF}"/>
                  </a:ext>
                </a:extLst>
              </p:cNvPr>
              <p:cNvSpPr/>
              <p:nvPr/>
            </p:nvSpPr>
            <p:spPr>
              <a:xfrm>
                <a:off x="5761778" y="5267446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A compliance tool helps</a:t>
                </a:r>
                <a:r>
                  <a:rPr lang="en-US" sz="180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organizations stay audit-ready and adaptable. giv</a:t>
                </a:r>
                <a:r>
                  <a:rPr lang="en-US" sz="1800" b="0" i="0">
                    <a:solidFill>
                      <a:schemeClr val="bg1"/>
                    </a:solidFill>
                    <a:effectLst/>
                    <a:latin typeface="Georgia Pro Light" panose="02040302050405020303" pitchFamily="18" charset="0"/>
                  </a:rPr>
                  <a:t>e title for this</a:t>
                </a:r>
                <a:endParaRPr lang="en-US" sz="1800">
                  <a:solidFill>
                    <a:schemeClr val="bg1"/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D6C0C5E-484A-E039-55BE-265BF7BD04A6}"/>
                </a:ext>
              </a:extLst>
            </p:cNvPr>
            <p:cNvGrpSpPr/>
            <p:nvPr/>
          </p:nvGrpSpPr>
          <p:grpSpPr>
            <a:xfrm>
              <a:off x="399191" y="1286024"/>
              <a:ext cx="5259481" cy="4805643"/>
              <a:chOff x="399191" y="1286024"/>
              <a:chExt cx="5259481" cy="480564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4678698-7BCA-3871-5D1F-CB935F5B0E50}"/>
                  </a:ext>
                </a:extLst>
              </p:cNvPr>
              <p:cNvGrpSpPr/>
              <p:nvPr/>
            </p:nvGrpSpPr>
            <p:grpSpPr>
              <a:xfrm rot="16200000">
                <a:off x="544843" y="3404760"/>
                <a:ext cx="3956629" cy="585520"/>
                <a:chOff x="2179955" y="3820886"/>
                <a:chExt cx="6156960" cy="911134"/>
              </a:xfrm>
            </p:grpSpPr>
            <p:sp>
              <p:nvSpPr>
                <p:cNvPr id="90" name="Freeform 91">
                  <a:extLst>
                    <a:ext uri="{FF2B5EF4-FFF2-40B4-BE49-F238E27FC236}">
                      <a16:creationId xmlns:a16="http://schemas.microsoft.com/office/drawing/2014/main" id="{7995C5BA-3902-1ABB-1357-5AF985E46039}"/>
                    </a:ext>
                  </a:extLst>
                </p:cNvPr>
                <p:cNvSpPr/>
                <p:nvPr/>
              </p:nvSpPr>
              <p:spPr>
                <a:xfrm>
                  <a:off x="2179955" y="3820886"/>
                  <a:ext cx="2514600" cy="807720"/>
                </a:xfrm>
                <a:custGeom>
                  <a:avLst/>
                  <a:gdLst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922020 w 2514600"/>
                    <a:gd name="connsiteY2" fmla="*/ 2667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600" h="807720">
                      <a:moveTo>
                        <a:pt x="2514600" y="0"/>
                      </a:moveTo>
                      <a:cubicBezTo>
                        <a:pt x="2062480" y="748665"/>
                        <a:pt x="1188720" y="284480"/>
                        <a:pt x="746760" y="228600"/>
                      </a:cubicBezTo>
                      <a:cubicBezTo>
                        <a:pt x="231140" y="147320"/>
                        <a:pt x="68580" y="462280"/>
                        <a:pt x="0" y="80772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1" name="Freeform 92">
                  <a:extLst>
                    <a:ext uri="{FF2B5EF4-FFF2-40B4-BE49-F238E27FC236}">
                      <a16:creationId xmlns:a16="http://schemas.microsoft.com/office/drawing/2014/main" id="{DF8EA594-8EA8-DA3A-92A1-D3D8AD857561}"/>
                    </a:ext>
                  </a:extLst>
                </p:cNvPr>
                <p:cNvSpPr/>
                <p:nvPr/>
              </p:nvSpPr>
              <p:spPr>
                <a:xfrm flipH="1">
                  <a:off x="5822315" y="3820886"/>
                  <a:ext cx="2514600" cy="807720"/>
                </a:xfrm>
                <a:custGeom>
                  <a:avLst/>
                  <a:gdLst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922020 w 2514600"/>
                    <a:gd name="connsiteY2" fmla="*/ 2667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600" h="807720">
                      <a:moveTo>
                        <a:pt x="2514600" y="0"/>
                      </a:moveTo>
                      <a:cubicBezTo>
                        <a:pt x="2062480" y="748665"/>
                        <a:pt x="1188720" y="284480"/>
                        <a:pt x="746760" y="228600"/>
                      </a:cubicBezTo>
                      <a:cubicBezTo>
                        <a:pt x="231140" y="147320"/>
                        <a:pt x="68580" y="462280"/>
                        <a:pt x="0" y="80772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2" name="Freeform 93">
                  <a:extLst>
                    <a:ext uri="{FF2B5EF4-FFF2-40B4-BE49-F238E27FC236}">
                      <a16:creationId xmlns:a16="http://schemas.microsoft.com/office/drawing/2014/main" id="{16952D3F-F5BE-4D2E-6ACC-96036F63A0C9}"/>
                    </a:ext>
                  </a:extLst>
                </p:cNvPr>
                <p:cNvSpPr/>
                <p:nvPr/>
              </p:nvSpPr>
              <p:spPr>
                <a:xfrm>
                  <a:off x="3726180" y="3939540"/>
                  <a:ext cx="1219200" cy="739140"/>
                </a:xfrm>
                <a:custGeom>
                  <a:avLst/>
                  <a:gdLst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19200" h="739140">
                      <a:moveTo>
                        <a:pt x="1219200" y="0"/>
                      </a:moveTo>
                      <a:cubicBezTo>
                        <a:pt x="1172210" y="178435"/>
                        <a:pt x="995680" y="425450"/>
                        <a:pt x="739140" y="434340"/>
                      </a:cubicBezTo>
                      <a:cubicBezTo>
                        <a:pt x="391160" y="473710"/>
                        <a:pt x="39370" y="389255"/>
                        <a:pt x="0" y="73914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3" name="Freeform 94">
                  <a:extLst>
                    <a:ext uri="{FF2B5EF4-FFF2-40B4-BE49-F238E27FC236}">
                      <a16:creationId xmlns:a16="http://schemas.microsoft.com/office/drawing/2014/main" id="{20202417-9D21-792B-C97A-DCD255433FF0}"/>
                    </a:ext>
                  </a:extLst>
                </p:cNvPr>
                <p:cNvSpPr/>
                <p:nvPr/>
              </p:nvSpPr>
              <p:spPr>
                <a:xfrm flipH="1">
                  <a:off x="5579110" y="3939540"/>
                  <a:ext cx="1219200" cy="739140"/>
                </a:xfrm>
                <a:custGeom>
                  <a:avLst/>
                  <a:gdLst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19200" h="739140">
                      <a:moveTo>
                        <a:pt x="1219200" y="0"/>
                      </a:moveTo>
                      <a:cubicBezTo>
                        <a:pt x="1172210" y="178435"/>
                        <a:pt x="995680" y="425450"/>
                        <a:pt x="739140" y="434340"/>
                      </a:cubicBezTo>
                      <a:cubicBezTo>
                        <a:pt x="391160" y="473710"/>
                        <a:pt x="39370" y="389255"/>
                        <a:pt x="0" y="73914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4" name="Freeform 95">
                  <a:extLst>
                    <a:ext uri="{FF2B5EF4-FFF2-40B4-BE49-F238E27FC236}">
                      <a16:creationId xmlns:a16="http://schemas.microsoft.com/office/drawing/2014/main" id="{0614AB76-BB87-4C63-06A3-C5099DCE0146}"/>
                    </a:ext>
                  </a:extLst>
                </p:cNvPr>
                <p:cNvSpPr/>
                <p:nvPr/>
              </p:nvSpPr>
              <p:spPr>
                <a:xfrm>
                  <a:off x="5257800" y="3954780"/>
                  <a:ext cx="0" cy="777240"/>
                </a:xfrm>
                <a:custGeom>
                  <a:avLst/>
                  <a:gdLst>
                    <a:gd name="connsiteX0" fmla="*/ 0 w 0"/>
                    <a:gd name="connsiteY0" fmla="*/ 0 h 777240"/>
                    <a:gd name="connsiteX1" fmla="*/ 0 w 0"/>
                    <a:gd name="connsiteY1" fmla="*/ 777240 h 777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777240">
                      <a:moveTo>
                        <a:pt x="0" y="0"/>
                      </a:moveTo>
                      <a:lnTo>
                        <a:pt x="0" y="777240"/>
                      </a:ln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1831A25-54D3-F64C-A876-6A76C78BCAFF}"/>
                  </a:ext>
                </a:extLst>
              </p:cNvPr>
              <p:cNvGrpSpPr/>
              <p:nvPr/>
            </p:nvGrpSpPr>
            <p:grpSpPr>
              <a:xfrm>
                <a:off x="2849188" y="1286024"/>
                <a:ext cx="2809484" cy="4805643"/>
                <a:chOff x="2849188" y="1286024"/>
                <a:chExt cx="2809484" cy="480564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3EAC2EAA-425F-426B-4ED8-3E6CF66CC2DC}"/>
                    </a:ext>
                  </a:extLst>
                </p:cNvPr>
                <p:cNvGrpSpPr/>
                <p:nvPr/>
              </p:nvGrpSpPr>
              <p:grpSpPr>
                <a:xfrm>
                  <a:off x="2856883" y="1286024"/>
                  <a:ext cx="2583389" cy="881138"/>
                  <a:chOff x="2856883" y="1286024"/>
                  <a:chExt cx="2583389" cy="881138"/>
                </a:xfrm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B25F664A-9B89-F4D5-06F7-DA354C0E574F}"/>
                      </a:ext>
                    </a:extLst>
                  </p:cNvPr>
                  <p:cNvGrpSpPr/>
                  <p:nvPr/>
                </p:nvGrpSpPr>
                <p:grpSpPr>
                  <a:xfrm>
                    <a:off x="2856883" y="1286024"/>
                    <a:ext cx="2583389" cy="881138"/>
                    <a:chOff x="2856883" y="1286024"/>
                    <a:chExt cx="2583389" cy="881138"/>
                  </a:xfrm>
                </p:grpSpPr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D12FFB06-9A0C-D9AC-C187-17BB8526DADC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6883" y="1286024"/>
                      <a:ext cx="2583389" cy="881138"/>
                      <a:chOff x="5359616" y="1023119"/>
                      <a:chExt cx="3082062" cy="1051226"/>
                    </a:xfrm>
                  </p:grpSpPr>
                  <p:sp>
                    <p:nvSpPr>
                      <p:cNvPr id="86" name="Rectangle 143">
                        <a:extLst>
                          <a:ext uri="{FF2B5EF4-FFF2-40B4-BE49-F238E27FC236}">
                            <a16:creationId xmlns:a16="http://schemas.microsoft.com/office/drawing/2014/main" id="{BC4CD7B0-9FCB-5E88-DC56-96FCA5629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1205124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87" name="Group 86">
                        <a:extLst>
                          <a:ext uri="{FF2B5EF4-FFF2-40B4-BE49-F238E27FC236}">
                            <a16:creationId xmlns:a16="http://schemas.microsoft.com/office/drawing/2014/main" id="{F45334EA-BD18-D693-FA52-0BFD92FEEB2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0450" y="1023119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88" name="Donut 89">
                          <a:extLst>
                            <a:ext uri="{FF2B5EF4-FFF2-40B4-BE49-F238E27FC236}">
                              <a16:creationId xmlns:a16="http://schemas.microsoft.com/office/drawing/2014/main" id="{F81133A0-CEE5-A3C8-D801-366A0B5E9C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89" name="Oval 88">
                          <a:extLst>
                            <a:ext uri="{FF2B5EF4-FFF2-40B4-BE49-F238E27FC236}">
                              <a16:creationId xmlns:a16="http://schemas.microsoft.com/office/drawing/2014/main" id="{D4895BF2-7F05-F674-DE25-076A801A1CB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0A7383B9-49D2-29D6-7F33-47C90132BDE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4" y="1520212"/>
                      <a:ext cx="1333901" cy="4127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p:txBody>
                </p:sp>
              </p:grpSp>
              <p:grpSp>
                <p:nvGrpSpPr>
                  <p:cNvPr id="73" name="Group 4">
                    <a:extLst>
                      <a:ext uri="{FF2B5EF4-FFF2-40B4-BE49-F238E27FC236}">
                        <a16:creationId xmlns:a16="http://schemas.microsoft.com/office/drawing/2014/main" id="{7FFD780F-8FEF-9E29-BF19-CD4C5A0EAB0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19521" y="1549142"/>
                    <a:ext cx="355871" cy="354901"/>
                    <a:chOff x="1606" y="1604"/>
                    <a:chExt cx="2201" cy="2195"/>
                  </a:xfrm>
                  <a:solidFill>
                    <a:srgbClr val="00B0F0"/>
                  </a:solidFill>
                </p:grpSpPr>
                <p:sp>
                  <p:nvSpPr>
                    <p:cNvPr id="74" name="Freeform 5">
                      <a:extLst>
                        <a:ext uri="{FF2B5EF4-FFF2-40B4-BE49-F238E27FC236}">
                          <a16:creationId xmlns:a16="http://schemas.microsoft.com/office/drawing/2014/main" id="{14AB1D07-7D7C-7893-F6EA-C5E3D4421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69" y="3662"/>
                      <a:ext cx="275" cy="137"/>
                    </a:xfrm>
                    <a:custGeom>
                      <a:avLst/>
                      <a:gdLst>
                        <a:gd name="T0" fmla="*/ 149 w 298"/>
                        <a:gd name="T1" fmla="*/ 149 h 149"/>
                        <a:gd name="T2" fmla="*/ 298 w 298"/>
                        <a:gd name="T3" fmla="*/ 0 h 149"/>
                        <a:gd name="T4" fmla="*/ 0 w 298"/>
                        <a:gd name="T5" fmla="*/ 0 h 149"/>
                        <a:gd name="T6" fmla="*/ 149 w 298"/>
                        <a:gd name="T7" fmla="*/ 149 h 1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298" h="149">
                          <a:moveTo>
                            <a:pt x="149" y="149"/>
                          </a:moveTo>
                          <a:cubicBezTo>
                            <a:pt x="213" y="149"/>
                            <a:pt x="269" y="89"/>
                            <a:pt x="298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29" y="89"/>
                            <a:pt x="85" y="149"/>
                            <a:pt x="149" y="14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5" name="Oval 6">
                      <a:extLst>
                        <a:ext uri="{FF2B5EF4-FFF2-40B4-BE49-F238E27FC236}">
                          <a16:creationId xmlns:a16="http://schemas.microsoft.com/office/drawing/2014/main" id="{681D94FC-9E20-76DA-4C85-29493D4323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7" y="2512"/>
                      <a:ext cx="379" cy="379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6" name="Freeform 7">
                      <a:extLst>
                        <a:ext uri="{FF2B5EF4-FFF2-40B4-BE49-F238E27FC236}">
                          <a16:creationId xmlns:a16="http://schemas.microsoft.com/office/drawing/2014/main" id="{58023167-5B09-6AA1-B74D-F109BB9F37ED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087" y="2084"/>
                      <a:ext cx="1239" cy="1235"/>
                    </a:xfrm>
                    <a:custGeom>
                      <a:avLst/>
                      <a:gdLst>
                        <a:gd name="T0" fmla="*/ 508 w 1340"/>
                        <a:gd name="T1" fmla="*/ 81 h 1339"/>
                        <a:gd name="T2" fmla="*/ 497 w 1340"/>
                        <a:gd name="T3" fmla="*/ 159 h 1339"/>
                        <a:gd name="T4" fmla="*/ 427 w 1340"/>
                        <a:gd name="T5" fmla="*/ 188 h 1339"/>
                        <a:gd name="T6" fmla="*/ 365 w 1340"/>
                        <a:gd name="T7" fmla="*/ 143 h 1339"/>
                        <a:gd name="T8" fmla="*/ 239 w 1340"/>
                        <a:gd name="T9" fmla="*/ 153 h 1339"/>
                        <a:gd name="T10" fmla="*/ 146 w 1340"/>
                        <a:gd name="T11" fmla="*/ 247 h 1339"/>
                        <a:gd name="T12" fmla="*/ 138 w 1340"/>
                        <a:gd name="T13" fmla="*/ 376 h 1339"/>
                        <a:gd name="T14" fmla="*/ 184 w 1340"/>
                        <a:gd name="T15" fmla="*/ 436 h 1339"/>
                        <a:gd name="T16" fmla="*/ 160 w 1340"/>
                        <a:gd name="T17" fmla="*/ 496 h 1339"/>
                        <a:gd name="T18" fmla="*/ 83 w 1340"/>
                        <a:gd name="T19" fmla="*/ 507 h 1339"/>
                        <a:gd name="T20" fmla="*/ 0 w 1340"/>
                        <a:gd name="T21" fmla="*/ 603 h 1339"/>
                        <a:gd name="T22" fmla="*/ 0 w 1340"/>
                        <a:gd name="T23" fmla="*/ 736 h 1339"/>
                        <a:gd name="T24" fmla="*/ 83 w 1340"/>
                        <a:gd name="T25" fmla="*/ 832 h 1339"/>
                        <a:gd name="T26" fmla="*/ 160 w 1340"/>
                        <a:gd name="T27" fmla="*/ 843 h 1339"/>
                        <a:gd name="T28" fmla="*/ 189 w 1340"/>
                        <a:gd name="T29" fmla="*/ 912 h 1339"/>
                        <a:gd name="T30" fmla="*/ 144 w 1340"/>
                        <a:gd name="T31" fmla="*/ 974 h 1339"/>
                        <a:gd name="T32" fmla="*/ 155 w 1340"/>
                        <a:gd name="T33" fmla="*/ 1102 h 1339"/>
                        <a:gd name="T34" fmla="*/ 248 w 1340"/>
                        <a:gd name="T35" fmla="*/ 1194 h 1339"/>
                        <a:gd name="T36" fmla="*/ 316 w 1340"/>
                        <a:gd name="T37" fmla="*/ 1223 h 1339"/>
                        <a:gd name="T38" fmla="*/ 376 w 1340"/>
                        <a:gd name="T39" fmla="*/ 1201 h 1339"/>
                        <a:gd name="T40" fmla="*/ 437 w 1340"/>
                        <a:gd name="T41" fmla="*/ 1155 h 1339"/>
                        <a:gd name="T42" fmla="*/ 497 w 1340"/>
                        <a:gd name="T43" fmla="*/ 1180 h 1339"/>
                        <a:gd name="T44" fmla="*/ 508 w 1340"/>
                        <a:gd name="T45" fmla="*/ 1256 h 1339"/>
                        <a:gd name="T46" fmla="*/ 603 w 1340"/>
                        <a:gd name="T47" fmla="*/ 1339 h 1339"/>
                        <a:gd name="T48" fmla="*/ 737 w 1340"/>
                        <a:gd name="T49" fmla="*/ 1339 h 1339"/>
                        <a:gd name="T50" fmla="*/ 832 w 1340"/>
                        <a:gd name="T51" fmla="*/ 1257 h 1339"/>
                        <a:gd name="T52" fmla="*/ 843 w 1340"/>
                        <a:gd name="T53" fmla="*/ 1180 h 1339"/>
                        <a:gd name="T54" fmla="*/ 913 w 1340"/>
                        <a:gd name="T55" fmla="*/ 1150 h 1339"/>
                        <a:gd name="T56" fmla="*/ 974 w 1340"/>
                        <a:gd name="T57" fmla="*/ 1195 h 1339"/>
                        <a:gd name="T58" fmla="*/ 1103 w 1340"/>
                        <a:gd name="T59" fmla="*/ 1184 h 1339"/>
                        <a:gd name="T60" fmla="*/ 1194 w 1340"/>
                        <a:gd name="T61" fmla="*/ 1092 h 1339"/>
                        <a:gd name="T62" fmla="*/ 1202 w 1340"/>
                        <a:gd name="T63" fmla="*/ 963 h 1339"/>
                        <a:gd name="T64" fmla="*/ 1156 w 1340"/>
                        <a:gd name="T65" fmla="*/ 903 h 1339"/>
                        <a:gd name="T66" fmla="*/ 1180 w 1340"/>
                        <a:gd name="T67" fmla="*/ 843 h 1339"/>
                        <a:gd name="T68" fmla="*/ 1257 w 1340"/>
                        <a:gd name="T69" fmla="*/ 832 h 1339"/>
                        <a:gd name="T70" fmla="*/ 1340 w 1340"/>
                        <a:gd name="T71" fmla="*/ 737 h 1339"/>
                        <a:gd name="T72" fmla="*/ 1340 w 1340"/>
                        <a:gd name="T73" fmla="*/ 602 h 1339"/>
                        <a:gd name="T74" fmla="*/ 1257 w 1340"/>
                        <a:gd name="T75" fmla="*/ 507 h 1339"/>
                        <a:gd name="T76" fmla="*/ 1180 w 1340"/>
                        <a:gd name="T77" fmla="*/ 496 h 1339"/>
                        <a:gd name="T78" fmla="*/ 1151 w 1340"/>
                        <a:gd name="T79" fmla="*/ 426 h 1339"/>
                        <a:gd name="T80" fmla="*/ 1196 w 1340"/>
                        <a:gd name="T81" fmla="*/ 365 h 1339"/>
                        <a:gd name="T82" fmla="*/ 1185 w 1340"/>
                        <a:gd name="T83" fmla="*/ 236 h 1339"/>
                        <a:gd name="T84" fmla="*/ 1092 w 1340"/>
                        <a:gd name="T85" fmla="*/ 145 h 1339"/>
                        <a:gd name="T86" fmla="*/ 964 w 1340"/>
                        <a:gd name="T87" fmla="*/ 138 h 1339"/>
                        <a:gd name="T88" fmla="*/ 903 w 1340"/>
                        <a:gd name="T89" fmla="*/ 183 h 1339"/>
                        <a:gd name="T90" fmla="*/ 843 w 1340"/>
                        <a:gd name="T91" fmla="*/ 159 h 1339"/>
                        <a:gd name="T92" fmla="*/ 832 w 1340"/>
                        <a:gd name="T93" fmla="*/ 82 h 1339"/>
                        <a:gd name="T94" fmla="*/ 737 w 1340"/>
                        <a:gd name="T95" fmla="*/ 0 h 1339"/>
                        <a:gd name="T96" fmla="*/ 603 w 1340"/>
                        <a:gd name="T97" fmla="*/ 0 h 1339"/>
                        <a:gd name="T98" fmla="*/ 508 w 1340"/>
                        <a:gd name="T99" fmla="*/ 81 h 1339"/>
                        <a:gd name="T100" fmla="*/ 958 w 1340"/>
                        <a:gd name="T101" fmla="*/ 669 h 1339"/>
                        <a:gd name="T102" fmla="*/ 670 w 1340"/>
                        <a:gd name="T103" fmla="*/ 958 h 1339"/>
                        <a:gd name="T104" fmla="*/ 382 w 1340"/>
                        <a:gd name="T105" fmla="*/ 669 h 1339"/>
                        <a:gd name="T106" fmla="*/ 670 w 1340"/>
                        <a:gd name="T107" fmla="*/ 381 h 1339"/>
                        <a:gd name="T108" fmla="*/ 958 w 1340"/>
                        <a:gd name="T109" fmla="*/ 669 h 13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1340" h="1339">
                          <a:moveTo>
                            <a:pt x="508" y="81"/>
                          </a:moveTo>
                          <a:cubicBezTo>
                            <a:pt x="508" y="81"/>
                            <a:pt x="499" y="144"/>
                            <a:pt x="497" y="159"/>
                          </a:cubicBezTo>
                          <a:cubicBezTo>
                            <a:pt x="473" y="167"/>
                            <a:pt x="449" y="177"/>
                            <a:pt x="427" y="188"/>
                          </a:cubicBezTo>
                          <a:cubicBezTo>
                            <a:pt x="408" y="174"/>
                            <a:pt x="387" y="159"/>
                            <a:pt x="365" y="143"/>
                          </a:cubicBezTo>
                          <a:cubicBezTo>
                            <a:pt x="325" y="114"/>
                            <a:pt x="273" y="118"/>
                            <a:pt x="239" y="153"/>
                          </a:cubicBezTo>
                          <a:cubicBezTo>
                            <a:pt x="217" y="174"/>
                            <a:pt x="146" y="247"/>
                            <a:pt x="146" y="247"/>
                          </a:cubicBezTo>
                          <a:cubicBezTo>
                            <a:pt x="110" y="284"/>
                            <a:pt x="107" y="334"/>
                            <a:pt x="138" y="376"/>
                          </a:cubicBezTo>
                          <a:cubicBezTo>
                            <a:pt x="138" y="376"/>
                            <a:pt x="176" y="425"/>
                            <a:pt x="184" y="436"/>
                          </a:cubicBezTo>
                          <a:cubicBezTo>
                            <a:pt x="175" y="456"/>
                            <a:pt x="166" y="476"/>
                            <a:pt x="160" y="496"/>
                          </a:cubicBezTo>
                          <a:cubicBezTo>
                            <a:pt x="83" y="507"/>
                            <a:pt x="83" y="507"/>
                            <a:pt x="83" y="507"/>
                          </a:cubicBezTo>
                          <a:cubicBezTo>
                            <a:pt x="33" y="514"/>
                            <a:pt x="0" y="553"/>
                            <a:pt x="0" y="603"/>
                          </a:cubicBezTo>
                          <a:cubicBezTo>
                            <a:pt x="0" y="736"/>
                            <a:pt x="0" y="736"/>
                            <a:pt x="0" y="736"/>
                          </a:cubicBezTo>
                          <a:cubicBezTo>
                            <a:pt x="0" y="786"/>
                            <a:pt x="34" y="825"/>
                            <a:pt x="83" y="832"/>
                          </a:cubicBezTo>
                          <a:cubicBezTo>
                            <a:pt x="160" y="843"/>
                            <a:pt x="160" y="843"/>
                            <a:pt x="160" y="843"/>
                          </a:cubicBezTo>
                          <a:cubicBezTo>
                            <a:pt x="168" y="866"/>
                            <a:pt x="177" y="890"/>
                            <a:pt x="189" y="912"/>
                          </a:cubicBezTo>
                          <a:cubicBezTo>
                            <a:pt x="179" y="926"/>
                            <a:pt x="144" y="974"/>
                            <a:pt x="144" y="974"/>
                          </a:cubicBezTo>
                          <a:cubicBezTo>
                            <a:pt x="113" y="1016"/>
                            <a:pt x="117" y="1065"/>
                            <a:pt x="155" y="1102"/>
                          </a:cubicBezTo>
                          <a:cubicBezTo>
                            <a:pt x="178" y="1125"/>
                            <a:pt x="248" y="1194"/>
                            <a:pt x="248" y="1194"/>
                          </a:cubicBezTo>
                          <a:cubicBezTo>
                            <a:pt x="273" y="1218"/>
                            <a:pt x="299" y="1223"/>
                            <a:pt x="316" y="1223"/>
                          </a:cubicBezTo>
                          <a:cubicBezTo>
                            <a:pt x="337" y="1223"/>
                            <a:pt x="358" y="1215"/>
                            <a:pt x="376" y="1201"/>
                          </a:cubicBezTo>
                          <a:cubicBezTo>
                            <a:pt x="437" y="1155"/>
                            <a:pt x="437" y="1155"/>
                            <a:pt x="437" y="1155"/>
                          </a:cubicBezTo>
                          <a:cubicBezTo>
                            <a:pt x="456" y="1165"/>
                            <a:pt x="476" y="1173"/>
                            <a:pt x="497" y="1180"/>
                          </a:cubicBezTo>
                          <a:cubicBezTo>
                            <a:pt x="499" y="1197"/>
                            <a:pt x="508" y="1256"/>
                            <a:pt x="508" y="1256"/>
                          </a:cubicBezTo>
                          <a:cubicBezTo>
                            <a:pt x="515" y="1306"/>
                            <a:pt x="553" y="1339"/>
                            <a:pt x="603" y="1339"/>
                          </a:cubicBezTo>
                          <a:cubicBezTo>
                            <a:pt x="737" y="1339"/>
                            <a:pt x="737" y="1339"/>
                            <a:pt x="737" y="1339"/>
                          </a:cubicBezTo>
                          <a:cubicBezTo>
                            <a:pt x="786" y="1339"/>
                            <a:pt x="825" y="1306"/>
                            <a:pt x="832" y="1257"/>
                          </a:cubicBezTo>
                          <a:cubicBezTo>
                            <a:pt x="836" y="1231"/>
                            <a:pt x="840" y="1205"/>
                            <a:pt x="843" y="1180"/>
                          </a:cubicBezTo>
                          <a:cubicBezTo>
                            <a:pt x="867" y="1172"/>
                            <a:pt x="890" y="1162"/>
                            <a:pt x="913" y="1150"/>
                          </a:cubicBezTo>
                          <a:cubicBezTo>
                            <a:pt x="913" y="1150"/>
                            <a:pt x="974" y="1195"/>
                            <a:pt x="974" y="1195"/>
                          </a:cubicBezTo>
                          <a:cubicBezTo>
                            <a:pt x="1015" y="1225"/>
                            <a:pt x="1068" y="1221"/>
                            <a:pt x="1103" y="1184"/>
                          </a:cubicBezTo>
                          <a:cubicBezTo>
                            <a:pt x="1133" y="1153"/>
                            <a:pt x="1164" y="1123"/>
                            <a:pt x="1194" y="1092"/>
                          </a:cubicBezTo>
                          <a:cubicBezTo>
                            <a:pt x="1230" y="1055"/>
                            <a:pt x="1233" y="1004"/>
                            <a:pt x="1202" y="963"/>
                          </a:cubicBezTo>
                          <a:cubicBezTo>
                            <a:pt x="1156" y="903"/>
                            <a:pt x="1156" y="903"/>
                            <a:pt x="1156" y="903"/>
                          </a:cubicBezTo>
                          <a:cubicBezTo>
                            <a:pt x="1165" y="883"/>
                            <a:pt x="1173" y="863"/>
                            <a:pt x="1180" y="843"/>
                          </a:cubicBezTo>
                          <a:cubicBezTo>
                            <a:pt x="1206" y="839"/>
                            <a:pt x="1232" y="835"/>
                            <a:pt x="1257" y="832"/>
                          </a:cubicBezTo>
                          <a:cubicBezTo>
                            <a:pt x="1307" y="824"/>
                            <a:pt x="1340" y="786"/>
                            <a:pt x="1340" y="737"/>
                          </a:cubicBezTo>
                          <a:cubicBezTo>
                            <a:pt x="1340" y="602"/>
                            <a:pt x="1340" y="602"/>
                            <a:pt x="1340" y="602"/>
                          </a:cubicBezTo>
                          <a:cubicBezTo>
                            <a:pt x="1340" y="553"/>
                            <a:pt x="1307" y="514"/>
                            <a:pt x="1257" y="507"/>
                          </a:cubicBezTo>
                          <a:cubicBezTo>
                            <a:pt x="1180" y="496"/>
                            <a:pt x="1180" y="496"/>
                            <a:pt x="1180" y="496"/>
                          </a:cubicBezTo>
                          <a:cubicBezTo>
                            <a:pt x="1172" y="472"/>
                            <a:pt x="1163" y="449"/>
                            <a:pt x="1151" y="426"/>
                          </a:cubicBezTo>
                          <a:cubicBezTo>
                            <a:pt x="1196" y="365"/>
                            <a:pt x="1196" y="365"/>
                            <a:pt x="1196" y="365"/>
                          </a:cubicBezTo>
                          <a:cubicBezTo>
                            <a:pt x="1227" y="323"/>
                            <a:pt x="1222" y="272"/>
                            <a:pt x="1185" y="236"/>
                          </a:cubicBezTo>
                          <a:cubicBezTo>
                            <a:pt x="1154" y="206"/>
                            <a:pt x="1123" y="176"/>
                            <a:pt x="1092" y="145"/>
                          </a:cubicBezTo>
                          <a:cubicBezTo>
                            <a:pt x="1056" y="110"/>
                            <a:pt x="1004" y="107"/>
                            <a:pt x="964" y="138"/>
                          </a:cubicBezTo>
                          <a:cubicBezTo>
                            <a:pt x="964" y="138"/>
                            <a:pt x="922" y="169"/>
                            <a:pt x="903" y="183"/>
                          </a:cubicBezTo>
                          <a:cubicBezTo>
                            <a:pt x="884" y="174"/>
                            <a:pt x="864" y="166"/>
                            <a:pt x="843" y="159"/>
                          </a:cubicBezTo>
                          <a:cubicBezTo>
                            <a:pt x="840" y="137"/>
                            <a:pt x="832" y="82"/>
                            <a:pt x="832" y="82"/>
                          </a:cubicBezTo>
                          <a:cubicBezTo>
                            <a:pt x="825" y="33"/>
                            <a:pt x="787" y="0"/>
                            <a:pt x="737" y="0"/>
                          </a:cubicBezTo>
                          <a:cubicBezTo>
                            <a:pt x="603" y="0"/>
                            <a:pt x="603" y="0"/>
                            <a:pt x="603" y="0"/>
                          </a:cubicBezTo>
                          <a:cubicBezTo>
                            <a:pt x="554" y="0"/>
                            <a:pt x="515" y="33"/>
                            <a:pt x="508" y="81"/>
                          </a:cubicBezTo>
                          <a:close/>
                          <a:moveTo>
                            <a:pt x="958" y="669"/>
                          </a:moveTo>
                          <a:cubicBezTo>
                            <a:pt x="958" y="828"/>
                            <a:pt x="829" y="958"/>
                            <a:pt x="670" y="958"/>
                          </a:cubicBezTo>
                          <a:cubicBezTo>
                            <a:pt x="511" y="958"/>
                            <a:pt x="382" y="828"/>
                            <a:pt x="382" y="669"/>
                          </a:cubicBezTo>
                          <a:cubicBezTo>
                            <a:pt x="382" y="510"/>
                            <a:pt x="511" y="381"/>
                            <a:pt x="670" y="381"/>
                          </a:cubicBezTo>
                          <a:cubicBezTo>
                            <a:pt x="829" y="381"/>
                            <a:pt x="958" y="510"/>
                            <a:pt x="958" y="66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7" name="Freeform 8">
                      <a:extLst>
                        <a:ext uri="{FF2B5EF4-FFF2-40B4-BE49-F238E27FC236}">
                          <a16:creationId xmlns:a16="http://schemas.microsoft.com/office/drawing/2014/main" id="{2C508C71-AB62-0CBE-5ECF-D1B925FE88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69" y="1912"/>
                      <a:ext cx="328" cy="314"/>
                    </a:xfrm>
                    <a:custGeom>
                      <a:avLst/>
                      <a:gdLst>
                        <a:gd name="T0" fmla="*/ 79 w 356"/>
                        <a:gd name="T1" fmla="*/ 330 h 341"/>
                        <a:gd name="T2" fmla="*/ 342 w 356"/>
                        <a:gd name="T3" fmla="*/ 67 h 341"/>
                        <a:gd name="T4" fmla="*/ 342 w 356"/>
                        <a:gd name="T5" fmla="*/ 15 h 341"/>
                        <a:gd name="T6" fmla="*/ 289 w 356"/>
                        <a:gd name="T7" fmla="*/ 15 h 341"/>
                        <a:gd name="T8" fmla="*/ 26 w 356"/>
                        <a:gd name="T9" fmla="*/ 278 h 341"/>
                        <a:gd name="T10" fmla="*/ 52 w 356"/>
                        <a:gd name="T11" fmla="*/ 341 h 341"/>
                        <a:gd name="T12" fmla="*/ 79 w 356"/>
                        <a:gd name="T13" fmla="*/ 330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56" h="341">
                          <a:moveTo>
                            <a:pt x="79" y="330"/>
                          </a:moveTo>
                          <a:cubicBezTo>
                            <a:pt x="79" y="330"/>
                            <a:pt x="342" y="67"/>
                            <a:pt x="342" y="67"/>
                          </a:cubicBezTo>
                          <a:cubicBezTo>
                            <a:pt x="356" y="53"/>
                            <a:pt x="356" y="29"/>
                            <a:pt x="342" y="15"/>
                          </a:cubicBezTo>
                          <a:cubicBezTo>
                            <a:pt x="327" y="0"/>
                            <a:pt x="304" y="0"/>
                            <a:pt x="289" y="15"/>
                          </a:cubicBezTo>
                          <a:cubicBezTo>
                            <a:pt x="26" y="278"/>
                            <a:pt x="26" y="278"/>
                            <a:pt x="26" y="278"/>
                          </a:cubicBezTo>
                          <a:cubicBezTo>
                            <a:pt x="0" y="304"/>
                            <a:pt x="25" y="340"/>
                            <a:pt x="52" y="341"/>
                          </a:cubicBezTo>
                          <a:cubicBezTo>
                            <a:pt x="61" y="341"/>
                            <a:pt x="71" y="338"/>
                            <a:pt x="79" y="33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8" name="Freeform 9">
                      <a:extLst>
                        <a:ext uri="{FF2B5EF4-FFF2-40B4-BE49-F238E27FC236}">
                          <a16:creationId xmlns:a16="http://schemas.microsoft.com/office/drawing/2014/main" id="{9DCC1B6F-B5D5-B5A3-21BD-ECF7906419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72" y="1604"/>
                      <a:ext cx="69" cy="411"/>
                    </a:xfrm>
                    <a:custGeom>
                      <a:avLst/>
                      <a:gdLst>
                        <a:gd name="T0" fmla="*/ 74 w 74"/>
                        <a:gd name="T1" fmla="*/ 409 h 446"/>
                        <a:gd name="T2" fmla="*/ 74 w 74"/>
                        <a:gd name="T3" fmla="*/ 37 h 446"/>
                        <a:gd name="T4" fmla="*/ 37 w 74"/>
                        <a:gd name="T5" fmla="*/ 0 h 446"/>
                        <a:gd name="T6" fmla="*/ 0 w 74"/>
                        <a:gd name="T7" fmla="*/ 37 h 446"/>
                        <a:gd name="T8" fmla="*/ 0 w 74"/>
                        <a:gd name="T9" fmla="*/ 409 h 446"/>
                        <a:gd name="T10" fmla="*/ 37 w 74"/>
                        <a:gd name="T11" fmla="*/ 446 h 446"/>
                        <a:gd name="T12" fmla="*/ 74 w 74"/>
                        <a:gd name="T13" fmla="*/ 409 h 44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4" h="446">
                          <a:moveTo>
                            <a:pt x="74" y="409"/>
                          </a:moveTo>
                          <a:cubicBezTo>
                            <a:pt x="74" y="37"/>
                            <a:pt x="74" y="37"/>
                            <a:pt x="74" y="37"/>
                          </a:cubicBezTo>
                          <a:cubicBezTo>
                            <a:pt x="74" y="16"/>
                            <a:pt x="58" y="0"/>
                            <a:pt x="37" y="0"/>
                          </a:cubicBezTo>
                          <a:cubicBezTo>
                            <a:pt x="16" y="0"/>
                            <a:pt x="0" y="16"/>
                            <a:pt x="0" y="37"/>
                          </a:cubicBezTo>
                          <a:cubicBezTo>
                            <a:pt x="0" y="409"/>
                            <a:pt x="0" y="409"/>
                            <a:pt x="0" y="409"/>
                          </a:cubicBezTo>
                          <a:cubicBezTo>
                            <a:pt x="0" y="430"/>
                            <a:pt x="16" y="446"/>
                            <a:pt x="37" y="446"/>
                          </a:cubicBezTo>
                          <a:cubicBezTo>
                            <a:pt x="58" y="446"/>
                            <a:pt x="74" y="430"/>
                            <a:pt x="74" y="40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9" name="Freeform 10">
                      <a:extLst>
                        <a:ext uri="{FF2B5EF4-FFF2-40B4-BE49-F238E27FC236}">
                          <a16:creationId xmlns:a16="http://schemas.microsoft.com/office/drawing/2014/main" id="{68D4C54D-57C1-7110-256E-708F6639BB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16" y="1912"/>
                      <a:ext cx="326" cy="314"/>
                    </a:xfrm>
                    <a:custGeom>
                      <a:avLst/>
                      <a:gdLst>
                        <a:gd name="T0" fmla="*/ 67 w 353"/>
                        <a:gd name="T1" fmla="*/ 15 h 341"/>
                        <a:gd name="T2" fmla="*/ 14 w 353"/>
                        <a:gd name="T3" fmla="*/ 15 h 341"/>
                        <a:gd name="T4" fmla="*/ 14 w 353"/>
                        <a:gd name="T5" fmla="*/ 67 h 341"/>
                        <a:gd name="T6" fmla="*/ 277 w 353"/>
                        <a:gd name="T7" fmla="*/ 330 h 341"/>
                        <a:gd name="T8" fmla="*/ 304 w 353"/>
                        <a:gd name="T9" fmla="*/ 341 h 341"/>
                        <a:gd name="T10" fmla="*/ 330 w 353"/>
                        <a:gd name="T11" fmla="*/ 278 h 341"/>
                        <a:gd name="T12" fmla="*/ 67 w 353"/>
                        <a:gd name="T13" fmla="*/ 15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53" h="341">
                          <a:moveTo>
                            <a:pt x="67" y="15"/>
                          </a:moveTo>
                          <a:cubicBezTo>
                            <a:pt x="52" y="0"/>
                            <a:pt x="29" y="0"/>
                            <a:pt x="14" y="15"/>
                          </a:cubicBezTo>
                          <a:cubicBezTo>
                            <a:pt x="0" y="29"/>
                            <a:pt x="0" y="53"/>
                            <a:pt x="14" y="67"/>
                          </a:cubicBezTo>
                          <a:cubicBezTo>
                            <a:pt x="277" y="330"/>
                            <a:pt x="277" y="330"/>
                            <a:pt x="277" y="330"/>
                          </a:cubicBezTo>
                          <a:cubicBezTo>
                            <a:pt x="285" y="337"/>
                            <a:pt x="294" y="341"/>
                            <a:pt x="304" y="341"/>
                          </a:cubicBezTo>
                          <a:cubicBezTo>
                            <a:pt x="336" y="341"/>
                            <a:pt x="353" y="300"/>
                            <a:pt x="330" y="278"/>
                          </a:cubicBezTo>
                          <a:cubicBezTo>
                            <a:pt x="329" y="277"/>
                            <a:pt x="67" y="15"/>
                            <a:pt x="67" y="15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0" name="Freeform 11">
                      <a:extLst>
                        <a:ext uri="{FF2B5EF4-FFF2-40B4-BE49-F238E27FC236}">
                          <a16:creationId xmlns:a16="http://schemas.microsoft.com/office/drawing/2014/main" id="{6CC0D5B7-2352-BEC9-508F-A2071780BA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606" y="2667"/>
                      <a:ext cx="413" cy="69"/>
                    </a:xfrm>
                    <a:custGeom>
                      <a:avLst/>
                      <a:gdLst>
                        <a:gd name="T0" fmla="*/ 447 w 447"/>
                        <a:gd name="T1" fmla="*/ 37 h 75"/>
                        <a:gd name="T2" fmla="*/ 410 w 447"/>
                        <a:gd name="T3" fmla="*/ 0 h 75"/>
                        <a:gd name="T4" fmla="*/ 38 w 447"/>
                        <a:gd name="T5" fmla="*/ 0 h 75"/>
                        <a:gd name="T6" fmla="*/ 0 w 447"/>
                        <a:gd name="T7" fmla="*/ 37 h 75"/>
                        <a:gd name="T8" fmla="*/ 38 w 447"/>
                        <a:gd name="T9" fmla="*/ 75 h 75"/>
                        <a:gd name="T10" fmla="*/ 410 w 447"/>
                        <a:gd name="T11" fmla="*/ 75 h 75"/>
                        <a:gd name="T12" fmla="*/ 447 w 447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7" h="75">
                          <a:moveTo>
                            <a:pt x="447" y="37"/>
                          </a:moveTo>
                          <a:cubicBezTo>
                            <a:pt x="447" y="17"/>
                            <a:pt x="430" y="0"/>
                            <a:pt x="410" y="0"/>
                          </a:cubicBezTo>
                          <a:cubicBezTo>
                            <a:pt x="38" y="0"/>
                            <a:pt x="38" y="0"/>
                            <a:pt x="38" y="0"/>
                          </a:cubicBezTo>
                          <a:cubicBezTo>
                            <a:pt x="17" y="0"/>
                            <a:pt x="0" y="17"/>
                            <a:pt x="0" y="37"/>
                          </a:cubicBezTo>
                          <a:cubicBezTo>
                            <a:pt x="0" y="58"/>
                            <a:pt x="17" y="75"/>
                            <a:pt x="38" y="75"/>
                          </a:cubicBezTo>
                          <a:cubicBezTo>
                            <a:pt x="410" y="75"/>
                            <a:pt x="410" y="75"/>
                            <a:pt x="410" y="75"/>
                          </a:cubicBezTo>
                          <a:cubicBezTo>
                            <a:pt x="430" y="75"/>
                            <a:pt x="447" y="58"/>
                            <a:pt x="447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1" name="Freeform 12">
                      <a:extLst>
                        <a:ext uri="{FF2B5EF4-FFF2-40B4-BE49-F238E27FC236}">
                          <a16:creationId xmlns:a16="http://schemas.microsoft.com/office/drawing/2014/main" id="{5CFB474E-1C00-BF1E-569C-34DB1AF2D3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394" y="2667"/>
                      <a:ext cx="413" cy="69"/>
                    </a:xfrm>
                    <a:custGeom>
                      <a:avLst/>
                      <a:gdLst>
                        <a:gd name="T0" fmla="*/ 0 w 447"/>
                        <a:gd name="T1" fmla="*/ 37 h 75"/>
                        <a:gd name="T2" fmla="*/ 37 w 447"/>
                        <a:gd name="T3" fmla="*/ 75 h 75"/>
                        <a:gd name="T4" fmla="*/ 409 w 447"/>
                        <a:gd name="T5" fmla="*/ 75 h 75"/>
                        <a:gd name="T6" fmla="*/ 447 w 447"/>
                        <a:gd name="T7" fmla="*/ 37 h 75"/>
                        <a:gd name="T8" fmla="*/ 409 w 447"/>
                        <a:gd name="T9" fmla="*/ 0 h 75"/>
                        <a:gd name="T10" fmla="*/ 37 w 447"/>
                        <a:gd name="T11" fmla="*/ 0 h 75"/>
                        <a:gd name="T12" fmla="*/ 0 w 447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7" h="75">
                          <a:moveTo>
                            <a:pt x="0" y="37"/>
                          </a:moveTo>
                          <a:cubicBezTo>
                            <a:pt x="0" y="58"/>
                            <a:pt x="17" y="75"/>
                            <a:pt x="37" y="75"/>
                          </a:cubicBezTo>
                          <a:cubicBezTo>
                            <a:pt x="409" y="75"/>
                            <a:pt x="409" y="75"/>
                            <a:pt x="409" y="75"/>
                          </a:cubicBezTo>
                          <a:cubicBezTo>
                            <a:pt x="430" y="75"/>
                            <a:pt x="447" y="58"/>
                            <a:pt x="447" y="37"/>
                          </a:cubicBezTo>
                          <a:cubicBezTo>
                            <a:pt x="447" y="17"/>
                            <a:pt x="430" y="0"/>
                            <a:pt x="409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7" y="0"/>
                            <a:pt x="0" y="17"/>
                            <a:pt x="0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2" name="Freeform 13">
                      <a:extLst>
                        <a:ext uri="{FF2B5EF4-FFF2-40B4-BE49-F238E27FC236}">
                          <a16:creationId xmlns:a16="http://schemas.microsoft.com/office/drawing/2014/main" id="{80EEF013-6871-BEDF-44EC-D8D8CA0BE6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466" y="3387"/>
                      <a:ext cx="481" cy="69"/>
                    </a:xfrm>
                    <a:custGeom>
                      <a:avLst/>
                      <a:gdLst>
                        <a:gd name="T0" fmla="*/ 520 w 520"/>
                        <a:gd name="T1" fmla="*/ 38 h 75"/>
                        <a:gd name="T2" fmla="*/ 483 w 520"/>
                        <a:gd name="T3" fmla="*/ 0 h 75"/>
                        <a:gd name="T4" fmla="*/ 37 w 520"/>
                        <a:gd name="T5" fmla="*/ 0 h 75"/>
                        <a:gd name="T6" fmla="*/ 0 w 520"/>
                        <a:gd name="T7" fmla="*/ 38 h 75"/>
                        <a:gd name="T8" fmla="*/ 37 w 520"/>
                        <a:gd name="T9" fmla="*/ 75 h 75"/>
                        <a:gd name="T10" fmla="*/ 483 w 520"/>
                        <a:gd name="T11" fmla="*/ 75 h 75"/>
                        <a:gd name="T12" fmla="*/ 520 w 520"/>
                        <a:gd name="T13" fmla="*/ 38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20" h="75">
                          <a:moveTo>
                            <a:pt x="520" y="38"/>
                          </a:moveTo>
                          <a:cubicBezTo>
                            <a:pt x="520" y="17"/>
                            <a:pt x="504" y="0"/>
                            <a:pt x="483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6" y="0"/>
                            <a:pt x="0" y="17"/>
                            <a:pt x="0" y="38"/>
                          </a:cubicBezTo>
                          <a:cubicBezTo>
                            <a:pt x="0" y="58"/>
                            <a:pt x="16" y="75"/>
                            <a:pt x="37" y="75"/>
                          </a:cubicBezTo>
                          <a:cubicBezTo>
                            <a:pt x="483" y="75"/>
                            <a:pt x="483" y="75"/>
                            <a:pt x="483" y="75"/>
                          </a:cubicBezTo>
                          <a:cubicBezTo>
                            <a:pt x="504" y="75"/>
                            <a:pt x="520" y="58"/>
                            <a:pt x="520" y="38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3" name="Freeform 14">
                      <a:extLst>
                        <a:ext uri="{FF2B5EF4-FFF2-40B4-BE49-F238E27FC236}">
                          <a16:creationId xmlns:a16="http://schemas.microsoft.com/office/drawing/2014/main" id="{2F2E1CB6-C467-1C30-5323-29A9BD9EB1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01" y="3524"/>
                      <a:ext cx="412" cy="70"/>
                    </a:xfrm>
                    <a:custGeom>
                      <a:avLst/>
                      <a:gdLst>
                        <a:gd name="T0" fmla="*/ 446 w 446"/>
                        <a:gd name="T1" fmla="*/ 37 h 75"/>
                        <a:gd name="T2" fmla="*/ 409 w 446"/>
                        <a:gd name="T3" fmla="*/ 0 h 75"/>
                        <a:gd name="T4" fmla="*/ 37 w 446"/>
                        <a:gd name="T5" fmla="*/ 0 h 75"/>
                        <a:gd name="T6" fmla="*/ 0 w 446"/>
                        <a:gd name="T7" fmla="*/ 37 h 75"/>
                        <a:gd name="T8" fmla="*/ 37 w 446"/>
                        <a:gd name="T9" fmla="*/ 75 h 75"/>
                        <a:gd name="T10" fmla="*/ 409 w 446"/>
                        <a:gd name="T11" fmla="*/ 75 h 75"/>
                        <a:gd name="T12" fmla="*/ 446 w 446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6" h="75">
                          <a:moveTo>
                            <a:pt x="446" y="37"/>
                          </a:moveTo>
                          <a:cubicBezTo>
                            <a:pt x="446" y="17"/>
                            <a:pt x="430" y="0"/>
                            <a:pt x="409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6" y="0"/>
                            <a:pt x="0" y="17"/>
                            <a:pt x="0" y="37"/>
                          </a:cubicBezTo>
                          <a:cubicBezTo>
                            <a:pt x="0" y="58"/>
                            <a:pt x="16" y="75"/>
                            <a:pt x="37" y="75"/>
                          </a:cubicBezTo>
                          <a:cubicBezTo>
                            <a:pt x="409" y="75"/>
                            <a:pt x="409" y="75"/>
                            <a:pt x="409" y="75"/>
                          </a:cubicBezTo>
                          <a:cubicBezTo>
                            <a:pt x="430" y="75"/>
                            <a:pt x="446" y="58"/>
                            <a:pt x="446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121D7699-9F8C-0C8F-FAED-704D7770D274}"/>
                    </a:ext>
                  </a:extLst>
                </p:cNvPr>
                <p:cNvGrpSpPr/>
                <p:nvPr/>
              </p:nvGrpSpPr>
              <p:grpSpPr>
                <a:xfrm>
                  <a:off x="2850566" y="5210529"/>
                  <a:ext cx="2808106" cy="881138"/>
                  <a:chOff x="2850566" y="5210529"/>
                  <a:chExt cx="2808106" cy="881138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27DFFE21-989C-88BF-4088-15296A3578FD}"/>
                      </a:ext>
                    </a:extLst>
                  </p:cNvPr>
                  <p:cNvGrpSpPr/>
                  <p:nvPr/>
                </p:nvGrpSpPr>
                <p:grpSpPr>
                  <a:xfrm>
                    <a:off x="2850566" y="5210529"/>
                    <a:ext cx="2808106" cy="881138"/>
                    <a:chOff x="2850566" y="5210529"/>
                    <a:chExt cx="2808106" cy="881138"/>
                  </a:xfrm>
                </p:grpSpPr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4775523C-4D3B-3E7F-015C-E4744032FFA3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566" y="5210529"/>
                      <a:ext cx="2589706" cy="881138"/>
                      <a:chOff x="5359616" y="5705182"/>
                      <a:chExt cx="3089598" cy="1051226"/>
                    </a:xfrm>
                  </p:grpSpPr>
                  <p:sp>
                    <p:nvSpPr>
                      <p:cNvPr id="68" name="Rectangle 143">
                        <a:extLst>
                          <a:ext uri="{FF2B5EF4-FFF2-40B4-BE49-F238E27FC236}">
                            <a16:creationId xmlns:a16="http://schemas.microsoft.com/office/drawing/2014/main" id="{955DF281-3548-C54B-EC7C-3539490687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5887187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4592862D-B0D3-DA37-980B-48CA7D5ACCF2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7986" y="5705182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70" name="Donut 73">
                          <a:extLst>
                            <a:ext uri="{FF2B5EF4-FFF2-40B4-BE49-F238E27FC236}">
                              <a16:creationId xmlns:a16="http://schemas.microsoft.com/office/drawing/2014/main" id="{750D0724-6A59-4AFD-4550-13D103F10D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71" name="Oval 70">
                          <a:extLst>
                            <a:ext uri="{FF2B5EF4-FFF2-40B4-BE49-F238E27FC236}">
                              <a16:creationId xmlns:a16="http://schemas.microsoft.com/office/drawing/2014/main" id="{EC106D5C-A17E-75BF-5A46-E5CD411270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29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C6A7F697-EAF0-F5AF-3B14-C613A4370D0B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3" y="5451048"/>
                      <a:ext cx="1817779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Adaptability</a:t>
                      </a:r>
                    </a:p>
                  </p:txBody>
                </p:sp>
              </p:grpSp>
              <p:grpSp>
                <p:nvGrpSpPr>
                  <p:cNvPr id="62" name="Group 71">
                    <a:extLst>
                      <a:ext uri="{FF2B5EF4-FFF2-40B4-BE49-F238E27FC236}">
                        <a16:creationId xmlns:a16="http://schemas.microsoft.com/office/drawing/2014/main" id="{5447608E-968D-FAE0-2F0A-EF98C610E55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098818" y="5457831"/>
                    <a:ext cx="384637" cy="386546"/>
                    <a:chOff x="7610" y="3313"/>
                    <a:chExt cx="1006" cy="1011"/>
                  </a:xfrm>
                  <a:solidFill>
                    <a:srgbClr val="00B0F0"/>
                  </a:solidFill>
                </p:grpSpPr>
                <p:sp>
                  <p:nvSpPr>
                    <p:cNvPr id="63" name="Freeform 73">
                      <a:extLst>
                        <a:ext uri="{FF2B5EF4-FFF2-40B4-BE49-F238E27FC236}">
                          <a16:creationId xmlns:a16="http://schemas.microsoft.com/office/drawing/2014/main" id="{DE3F9D23-320B-1CE7-7180-3E71FDE75E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610" y="3415"/>
                      <a:ext cx="908" cy="909"/>
                    </a:xfrm>
                    <a:custGeom>
                      <a:avLst/>
                      <a:gdLst>
                        <a:gd name="T0" fmla="*/ 2039 w 3634"/>
                        <a:gd name="T1" fmla="*/ 14 h 3636"/>
                        <a:gd name="T2" fmla="*/ 2357 w 3634"/>
                        <a:gd name="T3" fmla="*/ 83 h 3636"/>
                        <a:gd name="T4" fmla="*/ 2652 w 3634"/>
                        <a:gd name="T5" fmla="*/ 203 h 3636"/>
                        <a:gd name="T6" fmla="*/ 2671 w 3634"/>
                        <a:gd name="T7" fmla="*/ 532 h 3636"/>
                        <a:gd name="T8" fmla="*/ 2361 w 3634"/>
                        <a:gd name="T9" fmla="*/ 597 h 3636"/>
                        <a:gd name="T10" fmla="*/ 2099 w 3634"/>
                        <a:gd name="T11" fmla="*/ 512 h 3636"/>
                        <a:gd name="T12" fmla="*/ 1817 w 3634"/>
                        <a:gd name="T13" fmla="*/ 482 h 3636"/>
                        <a:gd name="T14" fmla="*/ 1525 w 3634"/>
                        <a:gd name="T15" fmla="*/ 514 h 3636"/>
                        <a:gd name="T16" fmla="*/ 1253 w 3634"/>
                        <a:gd name="T17" fmla="*/ 606 h 3636"/>
                        <a:gd name="T18" fmla="*/ 1013 w 3634"/>
                        <a:gd name="T19" fmla="*/ 751 h 3636"/>
                        <a:gd name="T20" fmla="*/ 809 w 3634"/>
                        <a:gd name="T21" fmla="*/ 941 h 3636"/>
                        <a:gd name="T22" fmla="*/ 648 w 3634"/>
                        <a:gd name="T23" fmla="*/ 1171 h 3636"/>
                        <a:gd name="T24" fmla="*/ 538 w 3634"/>
                        <a:gd name="T25" fmla="*/ 1432 h 3636"/>
                        <a:gd name="T26" fmla="*/ 485 w 3634"/>
                        <a:gd name="T27" fmla="*/ 1718 h 3636"/>
                        <a:gd name="T28" fmla="*/ 496 w 3634"/>
                        <a:gd name="T29" fmla="*/ 2015 h 3636"/>
                        <a:gd name="T30" fmla="*/ 568 w 3634"/>
                        <a:gd name="T31" fmla="*/ 2294 h 3636"/>
                        <a:gd name="T32" fmla="*/ 696 w 3634"/>
                        <a:gd name="T33" fmla="*/ 2546 h 3636"/>
                        <a:gd name="T34" fmla="*/ 873 w 3634"/>
                        <a:gd name="T35" fmla="*/ 2763 h 3636"/>
                        <a:gd name="T36" fmla="*/ 1090 w 3634"/>
                        <a:gd name="T37" fmla="*/ 2939 h 3636"/>
                        <a:gd name="T38" fmla="*/ 1342 w 3634"/>
                        <a:gd name="T39" fmla="*/ 3066 h 3636"/>
                        <a:gd name="T40" fmla="*/ 1620 w 3634"/>
                        <a:gd name="T41" fmla="*/ 3140 h 3636"/>
                        <a:gd name="T42" fmla="*/ 1917 w 3634"/>
                        <a:gd name="T43" fmla="*/ 3151 h 3636"/>
                        <a:gd name="T44" fmla="*/ 2204 w 3634"/>
                        <a:gd name="T45" fmla="*/ 3097 h 3636"/>
                        <a:gd name="T46" fmla="*/ 2465 w 3634"/>
                        <a:gd name="T47" fmla="*/ 2988 h 3636"/>
                        <a:gd name="T48" fmla="*/ 2693 w 3634"/>
                        <a:gd name="T49" fmla="*/ 2827 h 3636"/>
                        <a:gd name="T50" fmla="*/ 2885 w 3634"/>
                        <a:gd name="T51" fmla="*/ 2622 h 3636"/>
                        <a:gd name="T52" fmla="*/ 3028 w 3634"/>
                        <a:gd name="T53" fmla="*/ 2381 h 3636"/>
                        <a:gd name="T54" fmla="*/ 3121 w 3634"/>
                        <a:gd name="T55" fmla="*/ 2111 h 3636"/>
                        <a:gd name="T56" fmla="*/ 3154 w 3634"/>
                        <a:gd name="T57" fmla="*/ 1818 h 3636"/>
                        <a:gd name="T58" fmla="*/ 3123 w 3634"/>
                        <a:gd name="T59" fmla="*/ 1536 h 3636"/>
                        <a:gd name="T60" fmla="*/ 3038 w 3634"/>
                        <a:gd name="T61" fmla="*/ 1275 h 3636"/>
                        <a:gd name="T62" fmla="*/ 3119 w 3634"/>
                        <a:gd name="T63" fmla="*/ 948 h 3636"/>
                        <a:gd name="T64" fmla="*/ 3399 w 3634"/>
                        <a:gd name="T65" fmla="*/ 967 h 3636"/>
                        <a:gd name="T66" fmla="*/ 3512 w 3634"/>
                        <a:gd name="T67" fmla="*/ 1162 h 3636"/>
                        <a:gd name="T68" fmla="*/ 3603 w 3634"/>
                        <a:gd name="T69" fmla="*/ 1479 h 3636"/>
                        <a:gd name="T70" fmla="*/ 3634 w 3634"/>
                        <a:gd name="T71" fmla="*/ 1818 h 3636"/>
                        <a:gd name="T72" fmla="*/ 3600 w 3634"/>
                        <a:gd name="T73" fmla="*/ 2170 h 3636"/>
                        <a:gd name="T74" fmla="*/ 3502 w 3634"/>
                        <a:gd name="T75" fmla="*/ 2499 h 3636"/>
                        <a:gd name="T76" fmla="*/ 3346 w 3634"/>
                        <a:gd name="T77" fmla="*/ 2799 h 3636"/>
                        <a:gd name="T78" fmla="*/ 3141 w 3634"/>
                        <a:gd name="T79" fmla="*/ 3063 h 3636"/>
                        <a:gd name="T80" fmla="*/ 2890 w 3634"/>
                        <a:gd name="T81" fmla="*/ 3285 h 3636"/>
                        <a:gd name="T82" fmla="*/ 2601 w 3634"/>
                        <a:gd name="T83" fmla="*/ 3458 h 3636"/>
                        <a:gd name="T84" fmla="*/ 2282 w 3634"/>
                        <a:gd name="T85" fmla="*/ 3576 h 3636"/>
                        <a:gd name="T86" fmla="*/ 1936 w 3634"/>
                        <a:gd name="T87" fmla="*/ 3632 h 3636"/>
                        <a:gd name="T88" fmla="*/ 1580 w 3634"/>
                        <a:gd name="T89" fmla="*/ 3620 h 3636"/>
                        <a:gd name="T90" fmla="*/ 1242 w 3634"/>
                        <a:gd name="T91" fmla="*/ 3543 h 3636"/>
                        <a:gd name="T92" fmla="*/ 932 w 3634"/>
                        <a:gd name="T93" fmla="*/ 3406 h 3636"/>
                        <a:gd name="T94" fmla="*/ 656 w 3634"/>
                        <a:gd name="T95" fmla="*/ 3216 h 3636"/>
                        <a:gd name="T96" fmla="*/ 419 w 3634"/>
                        <a:gd name="T97" fmla="*/ 2979 h 3636"/>
                        <a:gd name="T98" fmla="*/ 230 w 3634"/>
                        <a:gd name="T99" fmla="*/ 2703 h 3636"/>
                        <a:gd name="T100" fmla="*/ 92 w 3634"/>
                        <a:gd name="T101" fmla="*/ 2392 h 3636"/>
                        <a:gd name="T102" fmla="*/ 15 w 3634"/>
                        <a:gd name="T103" fmla="*/ 2055 h 3636"/>
                        <a:gd name="T104" fmla="*/ 0 w 3634"/>
                        <a:gd name="T105" fmla="*/ 1818 h 3636"/>
                        <a:gd name="T106" fmla="*/ 34 w 3634"/>
                        <a:gd name="T107" fmla="*/ 1466 h 3636"/>
                        <a:gd name="T108" fmla="*/ 131 w 3634"/>
                        <a:gd name="T109" fmla="*/ 1136 h 3636"/>
                        <a:gd name="T110" fmla="*/ 287 w 3634"/>
                        <a:gd name="T111" fmla="*/ 837 h 3636"/>
                        <a:gd name="T112" fmla="*/ 493 w 3634"/>
                        <a:gd name="T113" fmla="*/ 573 h 3636"/>
                        <a:gd name="T114" fmla="*/ 744 w 3634"/>
                        <a:gd name="T115" fmla="*/ 352 h 3636"/>
                        <a:gd name="T116" fmla="*/ 1032 w 3634"/>
                        <a:gd name="T117" fmla="*/ 178 h 3636"/>
                        <a:gd name="T118" fmla="*/ 1352 w 3634"/>
                        <a:gd name="T119" fmla="*/ 61 h 3636"/>
                        <a:gd name="T120" fmla="*/ 1697 w 3634"/>
                        <a:gd name="T121" fmla="*/ 4 h 3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3634" h="3636">
                          <a:moveTo>
                            <a:pt x="1817" y="0"/>
                          </a:moveTo>
                          <a:lnTo>
                            <a:pt x="1929" y="4"/>
                          </a:lnTo>
                          <a:lnTo>
                            <a:pt x="2039" y="14"/>
                          </a:lnTo>
                          <a:lnTo>
                            <a:pt x="2147" y="30"/>
                          </a:lnTo>
                          <a:lnTo>
                            <a:pt x="2253" y="53"/>
                          </a:lnTo>
                          <a:lnTo>
                            <a:pt x="2357" y="83"/>
                          </a:lnTo>
                          <a:lnTo>
                            <a:pt x="2458" y="117"/>
                          </a:lnTo>
                          <a:lnTo>
                            <a:pt x="2556" y="158"/>
                          </a:lnTo>
                          <a:lnTo>
                            <a:pt x="2652" y="203"/>
                          </a:lnTo>
                          <a:lnTo>
                            <a:pt x="2649" y="235"/>
                          </a:lnTo>
                          <a:lnTo>
                            <a:pt x="2650" y="267"/>
                          </a:lnTo>
                          <a:lnTo>
                            <a:pt x="2671" y="532"/>
                          </a:lnTo>
                          <a:lnTo>
                            <a:pt x="2520" y="682"/>
                          </a:lnTo>
                          <a:lnTo>
                            <a:pt x="2442" y="638"/>
                          </a:lnTo>
                          <a:lnTo>
                            <a:pt x="2361" y="597"/>
                          </a:lnTo>
                          <a:lnTo>
                            <a:pt x="2276" y="563"/>
                          </a:lnTo>
                          <a:lnTo>
                            <a:pt x="2189" y="534"/>
                          </a:lnTo>
                          <a:lnTo>
                            <a:pt x="2099" y="512"/>
                          </a:lnTo>
                          <a:lnTo>
                            <a:pt x="2007" y="495"/>
                          </a:lnTo>
                          <a:lnTo>
                            <a:pt x="1913" y="485"/>
                          </a:lnTo>
                          <a:lnTo>
                            <a:pt x="1817" y="482"/>
                          </a:lnTo>
                          <a:lnTo>
                            <a:pt x="1717" y="485"/>
                          </a:lnTo>
                          <a:lnTo>
                            <a:pt x="1619" y="496"/>
                          </a:lnTo>
                          <a:lnTo>
                            <a:pt x="1525" y="514"/>
                          </a:lnTo>
                          <a:lnTo>
                            <a:pt x="1431" y="538"/>
                          </a:lnTo>
                          <a:lnTo>
                            <a:pt x="1341" y="569"/>
                          </a:lnTo>
                          <a:lnTo>
                            <a:pt x="1253" y="606"/>
                          </a:lnTo>
                          <a:lnTo>
                            <a:pt x="1170" y="649"/>
                          </a:lnTo>
                          <a:lnTo>
                            <a:pt x="1090" y="698"/>
                          </a:lnTo>
                          <a:lnTo>
                            <a:pt x="1013" y="751"/>
                          </a:lnTo>
                          <a:lnTo>
                            <a:pt x="940" y="810"/>
                          </a:lnTo>
                          <a:lnTo>
                            <a:pt x="873" y="873"/>
                          </a:lnTo>
                          <a:lnTo>
                            <a:pt x="809" y="941"/>
                          </a:lnTo>
                          <a:lnTo>
                            <a:pt x="750" y="1015"/>
                          </a:lnTo>
                          <a:lnTo>
                            <a:pt x="696" y="1091"/>
                          </a:lnTo>
                          <a:lnTo>
                            <a:pt x="648" y="1171"/>
                          </a:lnTo>
                          <a:lnTo>
                            <a:pt x="605" y="1255"/>
                          </a:lnTo>
                          <a:lnTo>
                            <a:pt x="568" y="1342"/>
                          </a:lnTo>
                          <a:lnTo>
                            <a:pt x="538" y="1432"/>
                          </a:lnTo>
                          <a:lnTo>
                            <a:pt x="513" y="1525"/>
                          </a:lnTo>
                          <a:lnTo>
                            <a:pt x="496" y="1621"/>
                          </a:lnTo>
                          <a:lnTo>
                            <a:pt x="485" y="1718"/>
                          </a:lnTo>
                          <a:lnTo>
                            <a:pt x="481" y="1818"/>
                          </a:lnTo>
                          <a:lnTo>
                            <a:pt x="485" y="1918"/>
                          </a:lnTo>
                          <a:lnTo>
                            <a:pt x="496" y="2015"/>
                          </a:lnTo>
                          <a:lnTo>
                            <a:pt x="513" y="2111"/>
                          </a:lnTo>
                          <a:lnTo>
                            <a:pt x="538" y="2204"/>
                          </a:lnTo>
                          <a:lnTo>
                            <a:pt x="568" y="2294"/>
                          </a:lnTo>
                          <a:lnTo>
                            <a:pt x="605" y="2381"/>
                          </a:lnTo>
                          <a:lnTo>
                            <a:pt x="648" y="2465"/>
                          </a:lnTo>
                          <a:lnTo>
                            <a:pt x="696" y="2546"/>
                          </a:lnTo>
                          <a:lnTo>
                            <a:pt x="750" y="2622"/>
                          </a:lnTo>
                          <a:lnTo>
                            <a:pt x="809" y="2694"/>
                          </a:lnTo>
                          <a:lnTo>
                            <a:pt x="873" y="2763"/>
                          </a:lnTo>
                          <a:lnTo>
                            <a:pt x="940" y="2827"/>
                          </a:lnTo>
                          <a:lnTo>
                            <a:pt x="1014" y="2885"/>
                          </a:lnTo>
                          <a:lnTo>
                            <a:pt x="1090" y="2939"/>
                          </a:lnTo>
                          <a:lnTo>
                            <a:pt x="1170" y="2988"/>
                          </a:lnTo>
                          <a:lnTo>
                            <a:pt x="1255" y="3030"/>
                          </a:lnTo>
                          <a:lnTo>
                            <a:pt x="1342" y="3066"/>
                          </a:lnTo>
                          <a:lnTo>
                            <a:pt x="1431" y="3097"/>
                          </a:lnTo>
                          <a:lnTo>
                            <a:pt x="1525" y="3122"/>
                          </a:lnTo>
                          <a:lnTo>
                            <a:pt x="1620" y="3140"/>
                          </a:lnTo>
                          <a:lnTo>
                            <a:pt x="1717" y="3151"/>
                          </a:lnTo>
                          <a:lnTo>
                            <a:pt x="1817" y="3154"/>
                          </a:lnTo>
                          <a:lnTo>
                            <a:pt x="1917" y="3151"/>
                          </a:lnTo>
                          <a:lnTo>
                            <a:pt x="2014" y="3140"/>
                          </a:lnTo>
                          <a:lnTo>
                            <a:pt x="2110" y="3122"/>
                          </a:lnTo>
                          <a:lnTo>
                            <a:pt x="2204" y="3097"/>
                          </a:lnTo>
                          <a:lnTo>
                            <a:pt x="2293" y="3066"/>
                          </a:lnTo>
                          <a:lnTo>
                            <a:pt x="2380" y="3030"/>
                          </a:lnTo>
                          <a:lnTo>
                            <a:pt x="2465" y="2988"/>
                          </a:lnTo>
                          <a:lnTo>
                            <a:pt x="2545" y="2939"/>
                          </a:lnTo>
                          <a:lnTo>
                            <a:pt x="2621" y="2885"/>
                          </a:lnTo>
                          <a:lnTo>
                            <a:pt x="2693" y="2827"/>
                          </a:lnTo>
                          <a:lnTo>
                            <a:pt x="2762" y="2763"/>
                          </a:lnTo>
                          <a:lnTo>
                            <a:pt x="2826" y="2694"/>
                          </a:lnTo>
                          <a:lnTo>
                            <a:pt x="2885" y="2622"/>
                          </a:lnTo>
                          <a:lnTo>
                            <a:pt x="2938" y="2546"/>
                          </a:lnTo>
                          <a:lnTo>
                            <a:pt x="2987" y="2465"/>
                          </a:lnTo>
                          <a:lnTo>
                            <a:pt x="3028" y="2381"/>
                          </a:lnTo>
                          <a:lnTo>
                            <a:pt x="3065" y="2294"/>
                          </a:lnTo>
                          <a:lnTo>
                            <a:pt x="3097" y="2204"/>
                          </a:lnTo>
                          <a:lnTo>
                            <a:pt x="3121" y="2111"/>
                          </a:lnTo>
                          <a:lnTo>
                            <a:pt x="3139" y="2015"/>
                          </a:lnTo>
                          <a:lnTo>
                            <a:pt x="3150" y="1918"/>
                          </a:lnTo>
                          <a:lnTo>
                            <a:pt x="3154" y="1818"/>
                          </a:lnTo>
                          <a:lnTo>
                            <a:pt x="3150" y="1722"/>
                          </a:lnTo>
                          <a:lnTo>
                            <a:pt x="3140" y="1629"/>
                          </a:lnTo>
                          <a:lnTo>
                            <a:pt x="3123" y="1536"/>
                          </a:lnTo>
                          <a:lnTo>
                            <a:pt x="3101" y="1447"/>
                          </a:lnTo>
                          <a:lnTo>
                            <a:pt x="3073" y="1358"/>
                          </a:lnTo>
                          <a:lnTo>
                            <a:pt x="3038" y="1275"/>
                          </a:lnTo>
                          <a:lnTo>
                            <a:pt x="2998" y="1193"/>
                          </a:lnTo>
                          <a:lnTo>
                            <a:pt x="2954" y="1114"/>
                          </a:lnTo>
                          <a:lnTo>
                            <a:pt x="3119" y="948"/>
                          </a:lnTo>
                          <a:lnTo>
                            <a:pt x="3350" y="965"/>
                          </a:lnTo>
                          <a:lnTo>
                            <a:pt x="3377" y="967"/>
                          </a:lnTo>
                          <a:lnTo>
                            <a:pt x="3399" y="967"/>
                          </a:lnTo>
                          <a:lnTo>
                            <a:pt x="3421" y="964"/>
                          </a:lnTo>
                          <a:lnTo>
                            <a:pt x="3470" y="1061"/>
                          </a:lnTo>
                          <a:lnTo>
                            <a:pt x="3512" y="1162"/>
                          </a:lnTo>
                          <a:lnTo>
                            <a:pt x="3549" y="1265"/>
                          </a:lnTo>
                          <a:lnTo>
                            <a:pt x="3578" y="1371"/>
                          </a:lnTo>
                          <a:lnTo>
                            <a:pt x="3603" y="1479"/>
                          </a:lnTo>
                          <a:lnTo>
                            <a:pt x="3620" y="1590"/>
                          </a:lnTo>
                          <a:lnTo>
                            <a:pt x="3631" y="1703"/>
                          </a:lnTo>
                          <a:lnTo>
                            <a:pt x="3634" y="1818"/>
                          </a:lnTo>
                          <a:lnTo>
                            <a:pt x="3630" y="1938"/>
                          </a:lnTo>
                          <a:lnTo>
                            <a:pt x="3619" y="2055"/>
                          </a:lnTo>
                          <a:lnTo>
                            <a:pt x="3600" y="2170"/>
                          </a:lnTo>
                          <a:lnTo>
                            <a:pt x="3575" y="2283"/>
                          </a:lnTo>
                          <a:lnTo>
                            <a:pt x="3542" y="2392"/>
                          </a:lnTo>
                          <a:lnTo>
                            <a:pt x="3502" y="2499"/>
                          </a:lnTo>
                          <a:lnTo>
                            <a:pt x="3457" y="2603"/>
                          </a:lnTo>
                          <a:lnTo>
                            <a:pt x="3405" y="2703"/>
                          </a:lnTo>
                          <a:lnTo>
                            <a:pt x="3346" y="2799"/>
                          </a:lnTo>
                          <a:lnTo>
                            <a:pt x="3284" y="2892"/>
                          </a:lnTo>
                          <a:lnTo>
                            <a:pt x="3215" y="2979"/>
                          </a:lnTo>
                          <a:lnTo>
                            <a:pt x="3141" y="3063"/>
                          </a:lnTo>
                          <a:lnTo>
                            <a:pt x="3062" y="3142"/>
                          </a:lnTo>
                          <a:lnTo>
                            <a:pt x="2978" y="3216"/>
                          </a:lnTo>
                          <a:lnTo>
                            <a:pt x="2890" y="3285"/>
                          </a:lnTo>
                          <a:lnTo>
                            <a:pt x="2798" y="3349"/>
                          </a:lnTo>
                          <a:lnTo>
                            <a:pt x="2702" y="3406"/>
                          </a:lnTo>
                          <a:lnTo>
                            <a:pt x="2601" y="3458"/>
                          </a:lnTo>
                          <a:lnTo>
                            <a:pt x="2498" y="3503"/>
                          </a:lnTo>
                          <a:lnTo>
                            <a:pt x="2391" y="3543"/>
                          </a:lnTo>
                          <a:lnTo>
                            <a:pt x="2282" y="3576"/>
                          </a:lnTo>
                          <a:lnTo>
                            <a:pt x="2169" y="3602"/>
                          </a:lnTo>
                          <a:lnTo>
                            <a:pt x="2054" y="3620"/>
                          </a:lnTo>
                          <a:lnTo>
                            <a:pt x="1936" y="3632"/>
                          </a:lnTo>
                          <a:lnTo>
                            <a:pt x="1817" y="3636"/>
                          </a:lnTo>
                          <a:lnTo>
                            <a:pt x="1698" y="3632"/>
                          </a:lnTo>
                          <a:lnTo>
                            <a:pt x="1580" y="3620"/>
                          </a:lnTo>
                          <a:lnTo>
                            <a:pt x="1465" y="3602"/>
                          </a:lnTo>
                          <a:lnTo>
                            <a:pt x="1353" y="3576"/>
                          </a:lnTo>
                          <a:lnTo>
                            <a:pt x="1242" y="3543"/>
                          </a:lnTo>
                          <a:lnTo>
                            <a:pt x="1136" y="3503"/>
                          </a:lnTo>
                          <a:lnTo>
                            <a:pt x="1032" y="3458"/>
                          </a:lnTo>
                          <a:lnTo>
                            <a:pt x="932" y="3406"/>
                          </a:lnTo>
                          <a:lnTo>
                            <a:pt x="836" y="3349"/>
                          </a:lnTo>
                          <a:lnTo>
                            <a:pt x="744" y="3285"/>
                          </a:lnTo>
                          <a:lnTo>
                            <a:pt x="656" y="3216"/>
                          </a:lnTo>
                          <a:lnTo>
                            <a:pt x="572" y="3142"/>
                          </a:lnTo>
                          <a:lnTo>
                            <a:pt x="493" y="3063"/>
                          </a:lnTo>
                          <a:lnTo>
                            <a:pt x="419" y="2979"/>
                          </a:lnTo>
                          <a:lnTo>
                            <a:pt x="350" y="2892"/>
                          </a:lnTo>
                          <a:lnTo>
                            <a:pt x="287" y="2799"/>
                          </a:lnTo>
                          <a:lnTo>
                            <a:pt x="230" y="2703"/>
                          </a:lnTo>
                          <a:lnTo>
                            <a:pt x="178" y="2603"/>
                          </a:lnTo>
                          <a:lnTo>
                            <a:pt x="131" y="2499"/>
                          </a:lnTo>
                          <a:lnTo>
                            <a:pt x="92" y="2392"/>
                          </a:lnTo>
                          <a:lnTo>
                            <a:pt x="60" y="2283"/>
                          </a:lnTo>
                          <a:lnTo>
                            <a:pt x="34" y="2170"/>
                          </a:lnTo>
                          <a:lnTo>
                            <a:pt x="15" y="2055"/>
                          </a:lnTo>
                          <a:lnTo>
                            <a:pt x="4" y="1938"/>
                          </a:lnTo>
                          <a:lnTo>
                            <a:pt x="0" y="1818"/>
                          </a:lnTo>
                          <a:lnTo>
                            <a:pt x="0" y="1818"/>
                          </a:lnTo>
                          <a:lnTo>
                            <a:pt x="4" y="1698"/>
                          </a:lnTo>
                          <a:lnTo>
                            <a:pt x="15" y="1581"/>
                          </a:lnTo>
                          <a:lnTo>
                            <a:pt x="34" y="1466"/>
                          </a:lnTo>
                          <a:lnTo>
                            <a:pt x="60" y="1353"/>
                          </a:lnTo>
                          <a:lnTo>
                            <a:pt x="92" y="1243"/>
                          </a:lnTo>
                          <a:lnTo>
                            <a:pt x="131" y="1136"/>
                          </a:lnTo>
                          <a:lnTo>
                            <a:pt x="178" y="1033"/>
                          </a:lnTo>
                          <a:lnTo>
                            <a:pt x="230" y="934"/>
                          </a:lnTo>
                          <a:lnTo>
                            <a:pt x="287" y="837"/>
                          </a:lnTo>
                          <a:lnTo>
                            <a:pt x="350" y="744"/>
                          </a:lnTo>
                          <a:lnTo>
                            <a:pt x="419" y="656"/>
                          </a:lnTo>
                          <a:lnTo>
                            <a:pt x="493" y="573"/>
                          </a:lnTo>
                          <a:lnTo>
                            <a:pt x="572" y="494"/>
                          </a:lnTo>
                          <a:lnTo>
                            <a:pt x="656" y="420"/>
                          </a:lnTo>
                          <a:lnTo>
                            <a:pt x="744" y="352"/>
                          </a:lnTo>
                          <a:lnTo>
                            <a:pt x="836" y="288"/>
                          </a:lnTo>
                          <a:lnTo>
                            <a:pt x="932" y="230"/>
                          </a:lnTo>
                          <a:lnTo>
                            <a:pt x="1032" y="178"/>
                          </a:lnTo>
                          <a:lnTo>
                            <a:pt x="1136" y="133"/>
                          </a:lnTo>
                          <a:lnTo>
                            <a:pt x="1242" y="92"/>
                          </a:lnTo>
                          <a:lnTo>
                            <a:pt x="1352" y="61"/>
                          </a:lnTo>
                          <a:lnTo>
                            <a:pt x="1465" y="35"/>
                          </a:lnTo>
                          <a:lnTo>
                            <a:pt x="1580" y="15"/>
                          </a:lnTo>
                          <a:lnTo>
                            <a:pt x="1697" y="4"/>
                          </a:lnTo>
                          <a:lnTo>
                            <a:pt x="1817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64" name="Freeform 74">
                      <a:extLst>
                        <a:ext uri="{FF2B5EF4-FFF2-40B4-BE49-F238E27FC236}">
                          <a16:creationId xmlns:a16="http://schemas.microsoft.com/office/drawing/2014/main" id="{B6B52A63-0DC9-ECF3-8662-E8104D7616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840" y="3645"/>
                      <a:ext cx="448" cy="448"/>
                    </a:xfrm>
                    <a:custGeom>
                      <a:avLst/>
                      <a:gdLst>
                        <a:gd name="T0" fmla="*/ 976 w 1790"/>
                        <a:gd name="T1" fmla="*/ 4 h 1791"/>
                        <a:gd name="T2" fmla="*/ 1129 w 1790"/>
                        <a:gd name="T3" fmla="*/ 32 h 1791"/>
                        <a:gd name="T4" fmla="*/ 1273 w 1790"/>
                        <a:gd name="T5" fmla="*/ 85 h 1791"/>
                        <a:gd name="T6" fmla="*/ 930 w 1790"/>
                        <a:gd name="T7" fmla="*/ 428 h 1791"/>
                        <a:gd name="T8" fmla="*/ 836 w 1790"/>
                        <a:gd name="T9" fmla="*/ 430 h 1791"/>
                        <a:gd name="T10" fmla="*/ 725 w 1790"/>
                        <a:gd name="T11" fmla="*/ 458 h 1791"/>
                        <a:gd name="T12" fmla="*/ 627 w 1790"/>
                        <a:gd name="T13" fmla="*/ 510 h 1791"/>
                        <a:gd name="T14" fmla="*/ 544 w 1790"/>
                        <a:gd name="T15" fmla="*/ 584 h 1791"/>
                        <a:gd name="T16" fmla="*/ 480 w 1790"/>
                        <a:gd name="T17" fmla="*/ 676 h 1791"/>
                        <a:gd name="T18" fmla="*/ 439 w 1790"/>
                        <a:gd name="T19" fmla="*/ 780 h 1791"/>
                        <a:gd name="T20" fmla="*/ 426 w 1790"/>
                        <a:gd name="T21" fmla="*/ 896 h 1791"/>
                        <a:gd name="T22" fmla="*/ 439 w 1790"/>
                        <a:gd name="T23" fmla="*/ 1011 h 1791"/>
                        <a:gd name="T24" fmla="*/ 480 w 1790"/>
                        <a:gd name="T25" fmla="*/ 1117 h 1791"/>
                        <a:gd name="T26" fmla="*/ 544 w 1790"/>
                        <a:gd name="T27" fmla="*/ 1207 h 1791"/>
                        <a:gd name="T28" fmla="*/ 626 w 1790"/>
                        <a:gd name="T29" fmla="*/ 1281 h 1791"/>
                        <a:gd name="T30" fmla="*/ 724 w 1790"/>
                        <a:gd name="T31" fmla="*/ 1334 h 1791"/>
                        <a:gd name="T32" fmla="*/ 836 w 1790"/>
                        <a:gd name="T33" fmla="*/ 1362 h 1791"/>
                        <a:gd name="T34" fmla="*/ 954 w 1790"/>
                        <a:gd name="T35" fmla="*/ 1362 h 1791"/>
                        <a:gd name="T36" fmla="*/ 1064 w 1790"/>
                        <a:gd name="T37" fmla="*/ 1334 h 1791"/>
                        <a:gd name="T38" fmla="*/ 1162 w 1790"/>
                        <a:gd name="T39" fmla="*/ 1281 h 1791"/>
                        <a:gd name="T40" fmla="*/ 1246 w 1790"/>
                        <a:gd name="T41" fmla="*/ 1207 h 1791"/>
                        <a:gd name="T42" fmla="*/ 1310 w 1790"/>
                        <a:gd name="T43" fmla="*/ 1117 h 1791"/>
                        <a:gd name="T44" fmla="*/ 1350 w 1790"/>
                        <a:gd name="T45" fmla="*/ 1011 h 1791"/>
                        <a:gd name="T46" fmla="*/ 1364 w 1790"/>
                        <a:gd name="T47" fmla="*/ 896 h 1791"/>
                        <a:gd name="T48" fmla="*/ 1699 w 1790"/>
                        <a:gd name="T49" fmla="*/ 525 h 1791"/>
                        <a:gd name="T50" fmla="*/ 1734 w 1790"/>
                        <a:gd name="T51" fmla="*/ 589 h 1791"/>
                        <a:gd name="T52" fmla="*/ 1775 w 1790"/>
                        <a:gd name="T53" fmla="*/ 737 h 1791"/>
                        <a:gd name="T54" fmla="*/ 1790 w 1790"/>
                        <a:gd name="T55" fmla="*/ 896 h 1791"/>
                        <a:gd name="T56" fmla="*/ 1775 w 1790"/>
                        <a:gd name="T57" fmla="*/ 1056 h 1791"/>
                        <a:gd name="T58" fmla="*/ 1733 w 1790"/>
                        <a:gd name="T59" fmla="*/ 1209 h 1791"/>
                        <a:gd name="T60" fmla="*/ 1667 w 1790"/>
                        <a:gd name="T61" fmla="*/ 1347 h 1791"/>
                        <a:gd name="T62" fmla="*/ 1580 w 1790"/>
                        <a:gd name="T63" fmla="*/ 1473 h 1791"/>
                        <a:gd name="T64" fmla="*/ 1472 w 1790"/>
                        <a:gd name="T65" fmla="*/ 1581 h 1791"/>
                        <a:gd name="T66" fmla="*/ 1347 w 1790"/>
                        <a:gd name="T67" fmla="*/ 1669 h 1791"/>
                        <a:gd name="T68" fmla="*/ 1207 w 1790"/>
                        <a:gd name="T69" fmla="*/ 1735 h 1791"/>
                        <a:gd name="T70" fmla="*/ 1056 w 1790"/>
                        <a:gd name="T71" fmla="*/ 1776 h 1791"/>
                        <a:gd name="T72" fmla="*/ 895 w 1790"/>
                        <a:gd name="T73" fmla="*/ 1791 h 1791"/>
                        <a:gd name="T74" fmla="*/ 734 w 1790"/>
                        <a:gd name="T75" fmla="*/ 1776 h 1791"/>
                        <a:gd name="T76" fmla="*/ 583 w 1790"/>
                        <a:gd name="T77" fmla="*/ 1734 h 1791"/>
                        <a:gd name="T78" fmla="*/ 443 w 1790"/>
                        <a:gd name="T79" fmla="*/ 1669 h 1791"/>
                        <a:gd name="T80" fmla="*/ 319 w 1790"/>
                        <a:gd name="T81" fmla="*/ 1581 h 1791"/>
                        <a:gd name="T82" fmla="*/ 211 w 1790"/>
                        <a:gd name="T83" fmla="*/ 1473 h 1791"/>
                        <a:gd name="T84" fmla="*/ 123 w 1790"/>
                        <a:gd name="T85" fmla="*/ 1347 h 1791"/>
                        <a:gd name="T86" fmla="*/ 56 w 1790"/>
                        <a:gd name="T87" fmla="*/ 1207 h 1791"/>
                        <a:gd name="T88" fmla="*/ 15 w 1790"/>
                        <a:gd name="T89" fmla="*/ 1056 h 1791"/>
                        <a:gd name="T90" fmla="*/ 0 w 1790"/>
                        <a:gd name="T91" fmla="*/ 896 h 1791"/>
                        <a:gd name="T92" fmla="*/ 15 w 1790"/>
                        <a:gd name="T93" fmla="*/ 735 h 1791"/>
                        <a:gd name="T94" fmla="*/ 56 w 1790"/>
                        <a:gd name="T95" fmla="*/ 584 h 1791"/>
                        <a:gd name="T96" fmla="*/ 123 w 1790"/>
                        <a:gd name="T97" fmla="*/ 444 h 1791"/>
                        <a:gd name="T98" fmla="*/ 211 w 1790"/>
                        <a:gd name="T99" fmla="*/ 318 h 1791"/>
                        <a:gd name="T100" fmla="*/ 319 w 1790"/>
                        <a:gd name="T101" fmla="*/ 212 h 1791"/>
                        <a:gd name="T102" fmla="*/ 443 w 1790"/>
                        <a:gd name="T103" fmla="*/ 123 h 1791"/>
                        <a:gd name="T104" fmla="*/ 583 w 1790"/>
                        <a:gd name="T105" fmla="*/ 57 h 1791"/>
                        <a:gd name="T106" fmla="*/ 734 w 1790"/>
                        <a:gd name="T107" fmla="*/ 15 h 1791"/>
                        <a:gd name="T108" fmla="*/ 895 w 1790"/>
                        <a:gd name="T109" fmla="*/ 0 h 17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1790" h="1791">
                          <a:moveTo>
                            <a:pt x="895" y="0"/>
                          </a:moveTo>
                          <a:lnTo>
                            <a:pt x="976" y="4"/>
                          </a:lnTo>
                          <a:lnTo>
                            <a:pt x="1053" y="15"/>
                          </a:lnTo>
                          <a:lnTo>
                            <a:pt x="1129" y="32"/>
                          </a:lnTo>
                          <a:lnTo>
                            <a:pt x="1203" y="56"/>
                          </a:lnTo>
                          <a:lnTo>
                            <a:pt x="1273" y="85"/>
                          </a:lnTo>
                          <a:lnTo>
                            <a:pt x="1266" y="93"/>
                          </a:lnTo>
                          <a:lnTo>
                            <a:pt x="930" y="428"/>
                          </a:lnTo>
                          <a:lnTo>
                            <a:pt x="895" y="427"/>
                          </a:lnTo>
                          <a:lnTo>
                            <a:pt x="836" y="430"/>
                          </a:lnTo>
                          <a:lnTo>
                            <a:pt x="779" y="441"/>
                          </a:lnTo>
                          <a:lnTo>
                            <a:pt x="725" y="458"/>
                          </a:lnTo>
                          <a:lnTo>
                            <a:pt x="674" y="482"/>
                          </a:lnTo>
                          <a:lnTo>
                            <a:pt x="627" y="510"/>
                          </a:lnTo>
                          <a:lnTo>
                            <a:pt x="583" y="544"/>
                          </a:lnTo>
                          <a:lnTo>
                            <a:pt x="544" y="584"/>
                          </a:lnTo>
                          <a:lnTo>
                            <a:pt x="509" y="628"/>
                          </a:lnTo>
                          <a:lnTo>
                            <a:pt x="480" y="676"/>
                          </a:lnTo>
                          <a:lnTo>
                            <a:pt x="457" y="726"/>
                          </a:lnTo>
                          <a:lnTo>
                            <a:pt x="439" y="780"/>
                          </a:lnTo>
                          <a:lnTo>
                            <a:pt x="430" y="837"/>
                          </a:lnTo>
                          <a:lnTo>
                            <a:pt x="426" y="896"/>
                          </a:lnTo>
                          <a:lnTo>
                            <a:pt x="430" y="955"/>
                          </a:lnTo>
                          <a:lnTo>
                            <a:pt x="439" y="1011"/>
                          </a:lnTo>
                          <a:lnTo>
                            <a:pt x="457" y="1066"/>
                          </a:lnTo>
                          <a:lnTo>
                            <a:pt x="480" y="1117"/>
                          </a:lnTo>
                          <a:lnTo>
                            <a:pt x="509" y="1165"/>
                          </a:lnTo>
                          <a:lnTo>
                            <a:pt x="544" y="1207"/>
                          </a:lnTo>
                          <a:lnTo>
                            <a:pt x="583" y="1247"/>
                          </a:lnTo>
                          <a:lnTo>
                            <a:pt x="626" y="1281"/>
                          </a:lnTo>
                          <a:lnTo>
                            <a:pt x="674" y="1311"/>
                          </a:lnTo>
                          <a:lnTo>
                            <a:pt x="724" y="1334"/>
                          </a:lnTo>
                          <a:lnTo>
                            <a:pt x="779" y="1351"/>
                          </a:lnTo>
                          <a:lnTo>
                            <a:pt x="836" y="1362"/>
                          </a:lnTo>
                          <a:lnTo>
                            <a:pt x="895" y="1366"/>
                          </a:lnTo>
                          <a:lnTo>
                            <a:pt x="954" y="1362"/>
                          </a:lnTo>
                          <a:lnTo>
                            <a:pt x="1010" y="1351"/>
                          </a:lnTo>
                          <a:lnTo>
                            <a:pt x="1064" y="1334"/>
                          </a:lnTo>
                          <a:lnTo>
                            <a:pt x="1116" y="1311"/>
                          </a:lnTo>
                          <a:lnTo>
                            <a:pt x="1162" y="1281"/>
                          </a:lnTo>
                          <a:lnTo>
                            <a:pt x="1207" y="1247"/>
                          </a:lnTo>
                          <a:lnTo>
                            <a:pt x="1246" y="1207"/>
                          </a:lnTo>
                          <a:lnTo>
                            <a:pt x="1280" y="1165"/>
                          </a:lnTo>
                          <a:lnTo>
                            <a:pt x="1310" y="1117"/>
                          </a:lnTo>
                          <a:lnTo>
                            <a:pt x="1333" y="1066"/>
                          </a:lnTo>
                          <a:lnTo>
                            <a:pt x="1350" y="1011"/>
                          </a:lnTo>
                          <a:lnTo>
                            <a:pt x="1360" y="955"/>
                          </a:lnTo>
                          <a:lnTo>
                            <a:pt x="1364" y="896"/>
                          </a:lnTo>
                          <a:lnTo>
                            <a:pt x="1363" y="860"/>
                          </a:lnTo>
                          <a:lnTo>
                            <a:pt x="1699" y="525"/>
                          </a:lnTo>
                          <a:lnTo>
                            <a:pt x="1705" y="517"/>
                          </a:lnTo>
                          <a:lnTo>
                            <a:pt x="1734" y="589"/>
                          </a:lnTo>
                          <a:lnTo>
                            <a:pt x="1759" y="661"/>
                          </a:lnTo>
                          <a:lnTo>
                            <a:pt x="1775" y="737"/>
                          </a:lnTo>
                          <a:lnTo>
                            <a:pt x="1786" y="816"/>
                          </a:lnTo>
                          <a:lnTo>
                            <a:pt x="1790" y="896"/>
                          </a:lnTo>
                          <a:lnTo>
                            <a:pt x="1786" y="978"/>
                          </a:lnTo>
                          <a:lnTo>
                            <a:pt x="1775" y="1056"/>
                          </a:lnTo>
                          <a:lnTo>
                            <a:pt x="1758" y="1134"/>
                          </a:lnTo>
                          <a:lnTo>
                            <a:pt x="1733" y="1209"/>
                          </a:lnTo>
                          <a:lnTo>
                            <a:pt x="1704" y="1280"/>
                          </a:lnTo>
                          <a:lnTo>
                            <a:pt x="1667" y="1347"/>
                          </a:lnTo>
                          <a:lnTo>
                            <a:pt x="1626" y="1413"/>
                          </a:lnTo>
                          <a:lnTo>
                            <a:pt x="1580" y="1473"/>
                          </a:lnTo>
                          <a:lnTo>
                            <a:pt x="1527" y="1529"/>
                          </a:lnTo>
                          <a:lnTo>
                            <a:pt x="1472" y="1581"/>
                          </a:lnTo>
                          <a:lnTo>
                            <a:pt x="1410" y="1627"/>
                          </a:lnTo>
                          <a:lnTo>
                            <a:pt x="1347" y="1669"/>
                          </a:lnTo>
                          <a:lnTo>
                            <a:pt x="1279" y="1705"/>
                          </a:lnTo>
                          <a:lnTo>
                            <a:pt x="1207" y="1735"/>
                          </a:lnTo>
                          <a:lnTo>
                            <a:pt x="1133" y="1759"/>
                          </a:lnTo>
                          <a:lnTo>
                            <a:pt x="1056" y="1776"/>
                          </a:lnTo>
                          <a:lnTo>
                            <a:pt x="976" y="1787"/>
                          </a:lnTo>
                          <a:lnTo>
                            <a:pt x="895" y="1791"/>
                          </a:lnTo>
                          <a:lnTo>
                            <a:pt x="814" y="1787"/>
                          </a:lnTo>
                          <a:lnTo>
                            <a:pt x="734" y="1776"/>
                          </a:lnTo>
                          <a:lnTo>
                            <a:pt x="657" y="1759"/>
                          </a:lnTo>
                          <a:lnTo>
                            <a:pt x="583" y="1734"/>
                          </a:lnTo>
                          <a:lnTo>
                            <a:pt x="512" y="1705"/>
                          </a:lnTo>
                          <a:lnTo>
                            <a:pt x="443" y="1669"/>
                          </a:lnTo>
                          <a:lnTo>
                            <a:pt x="379" y="1627"/>
                          </a:lnTo>
                          <a:lnTo>
                            <a:pt x="319" y="1581"/>
                          </a:lnTo>
                          <a:lnTo>
                            <a:pt x="263" y="1529"/>
                          </a:lnTo>
                          <a:lnTo>
                            <a:pt x="211" y="1473"/>
                          </a:lnTo>
                          <a:lnTo>
                            <a:pt x="164" y="1411"/>
                          </a:lnTo>
                          <a:lnTo>
                            <a:pt x="123" y="1347"/>
                          </a:lnTo>
                          <a:lnTo>
                            <a:pt x="87" y="1280"/>
                          </a:lnTo>
                          <a:lnTo>
                            <a:pt x="56" y="1207"/>
                          </a:lnTo>
                          <a:lnTo>
                            <a:pt x="32" y="1134"/>
                          </a:lnTo>
                          <a:lnTo>
                            <a:pt x="15" y="1056"/>
                          </a:lnTo>
                          <a:lnTo>
                            <a:pt x="4" y="977"/>
                          </a:lnTo>
                          <a:lnTo>
                            <a:pt x="0" y="896"/>
                          </a:lnTo>
                          <a:lnTo>
                            <a:pt x="4" y="815"/>
                          </a:lnTo>
                          <a:lnTo>
                            <a:pt x="15" y="735"/>
                          </a:lnTo>
                          <a:lnTo>
                            <a:pt x="32" y="657"/>
                          </a:lnTo>
                          <a:lnTo>
                            <a:pt x="56" y="584"/>
                          </a:lnTo>
                          <a:lnTo>
                            <a:pt x="87" y="513"/>
                          </a:lnTo>
                          <a:lnTo>
                            <a:pt x="123" y="444"/>
                          </a:lnTo>
                          <a:lnTo>
                            <a:pt x="164" y="380"/>
                          </a:lnTo>
                          <a:lnTo>
                            <a:pt x="211" y="318"/>
                          </a:lnTo>
                          <a:lnTo>
                            <a:pt x="263" y="263"/>
                          </a:lnTo>
                          <a:lnTo>
                            <a:pt x="319" y="212"/>
                          </a:lnTo>
                          <a:lnTo>
                            <a:pt x="379" y="165"/>
                          </a:lnTo>
                          <a:lnTo>
                            <a:pt x="443" y="123"/>
                          </a:lnTo>
                          <a:lnTo>
                            <a:pt x="512" y="86"/>
                          </a:lnTo>
                          <a:lnTo>
                            <a:pt x="583" y="57"/>
                          </a:lnTo>
                          <a:lnTo>
                            <a:pt x="657" y="32"/>
                          </a:lnTo>
                          <a:lnTo>
                            <a:pt x="734" y="15"/>
                          </a:lnTo>
                          <a:lnTo>
                            <a:pt x="814" y="4"/>
                          </a:lnTo>
                          <a:lnTo>
                            <a:pt x="895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65" name="Freeform 75">
                      <a:extLst>
                        <a:ext uri="{FF2B5EF4-FFF2-40B4-BE49-F238E27FC236}">
                          <a16:creationId xmlns:a16="http://schemas.microsoft.com/office/drawing/2014/main" id="{7F2EF395-CECC-9790-7899-CA87F2BC81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066" y="3313"/>
                      <a:ext cx="550" cy="554"/>
                    </a:xfrm>
                    <a:custGeom>
                      <a:avLst/>
                      <a:gdLst>
                        <a:gd name="T0" fmla="*/ 1543 w 2201"/>
                        <a:gd name="T1" fmla="*/ 1 h 2215"/>
                        <a:gd name="T2" fmla="*/ 1564 w 2201"/>
                        <a:gd name="T3" fmla="*/ 14 h 2215"/>
                        <a:gd name="T4" fmla="*/ 1574 w 2201"/>
                        <a:gd name="T5" fmla="*/ 38 h 2215"/>
                        <a:gd name="T6" fmla="*/ 1722 w 2201"/>
                        <a:gd name="T7" fmla="*/ 244 h 2215"/>
                        <a:gd name="T8" fmla="*/ 1764 w 2201"/>
                        <a:gd name="T9" fmla="*/ 216 h 2215"/>
                        <a:gd name="T10" fmla="*/ 1811 w 2201"/>
                        <a:gd name="T11" fmla="*/ 207 h 2215"/>
                        <a:gd name="T12" fmla="*/ 1859 w 2201"/>
                        <a:gd name="T13" fmla="*/ 216 h 2215"/>
                        <a:gd name="T14" fmla="*/ 1900 w 2201"/>
                        <a:gd name="T15" fmla="*/ 244 h 2215"/>
                        <a:gd name="T16" fmla="*/ 1992 w 2201"/>
                        <a:gd name="T17" fmla="*/ 341 h 2215"/>
                        <a:gd name="T18" fmla="*/ 2011 w 2201"/>
                        <a:gd name="T19" fmla="*/ 394 h 2215"/>
                        <a:gd name="T20" fmla="*/ 2005 w 2201"/>
                        <a:gd name="T21" fmla="*/ 448 h 2215"/>
                        <a:gd name="T22" fmla="*/ 1974 w 2201"/>
                        <a:gd name="T23" fmla="*/ 497 h 2215"/>
                        <a:gd name="T24" fmla="*/ 2162 w 2201"/>
                        <a:gd name="T25" fmla="*/ 627 h 2215"/>
                        <a:gd name="T26" fmla="*/ 2187 w 2201"/>
                        <a:gd name="T27" fmla="*/ 638 h 2215"/>
                        <a:gd name="T28" fmla="*/ 2200 w 2201"/>
                        <a:gd name="T29" fmla="*/ 662 h 2215"/>
                        <a:gd name="T30" fmla="*/ 2197 w 2201"/>
                        <a:gd name="T31" fmla="*/ 687 h 2215"/>
                        <a:gd name="T32" fmla="*/ 1703 w 2201"/>
                        <a:gd name="T33" fmla="*/ 1185 h 2215"/>
                        <a:gd name="T34" fmla="*/ 1649 w 2201"/>
                        <a:gd name="T35" fmla="*/ 1224 h 2215"/>
                        <a:gd name="T36" fmla="*/ 1586 w 2201"/>
                        <a:gd name="T37" fmla="*/ 1244 h 2215"/>
                        <a:gd name="T38" fmla="*/ 1545 w 2201"/>
                        <a:gd name="T39" fmla="*/ 1246 h 2215"/>
                        <a:gd name="T40" fmla="*/ 1525 w 2201"/>
                        <a:gd name="T41" fmla="*/ 1245 h 2215"/>
                        <a:gd name="T42" fmla="*/ 292 w 2201"/>
                        <a:gd name="T43" fmla="*/ 2179 h 2215"/>
                        <a:gd name="T44" fmla="*/ 249 w 2201"/>
                        <a:gd name="T45" fmla="*/ 2205 h 2215"/>
                        <a:gd name="T46" fmla="*/ 110 w 2201"/>
                        <a:gd name="T47" fmla="*/ 2215 h 2215"/>
                        <a:gd name="T48" fmla="*/ 80 w 2201"/>
                        <a:gd name="T49" fmla="*/ 2212 h 2215"/>
                        <a:gd name="T50" fmla="*/ 36 w 2201"/>
                        <a:gd name="T51" fmla="*/ 2190 h 2215"/>
                        <a:gd name="T52" fmla="*/ 7 w 2201"/>
                        <a:gd name="T53" fmla="*/ 2151 h 2215"/>
                        <a:gd name="T54" fmla="*/ 0 w 2201"/>
                        <a:gd name="T55" fmla="*/ 2101 h 2215"/>
                        <a:gd name="T56" fmla="*/ 12 w 2201"/>
                        <a:gd name="T57" fmla="*/ 1969 h 2215"/>
                        <a:gd name="T58" fmla="*/ 38 w 2201"/>
                        <a:gd name="T59" fmla="*/ 1927 h 2215"/>
                        <a:gd name="T60" fmla="*/ 480 w 2201"/>
                        <a:gd name="T61" fmla="*/ 1485 h 2215"/>
                        <a:gd name="T62" fmla="*/ 803 w 2201"/>
                        <a:gd name="T63" fmla="*/ 1162 h 2215"/>
                        <a:gd name="T64" fmla="*/ 955 w 2201"/>
                        <a:gd name="T65" fmla="*/ 682 h 2215"/>
                        <a:gd name="T66" fmla="*/ 955 w 2201"/>
                        <a:gd name="T67" fmla="*/ 627 h 2215"/>
                        <a:gd name="T68" fmla="*/ 973 w 2201"/>
                        <a:gd name="T69" fmla="*/ 557 h 2215"/>
                        <a:gd name="T70" fmla="*/ 1016 w 2201"/>
                        <a:gd name="T71" fmla="*/ 497 h 2215"/>
                        <a:gd name="T72" fmla="*/ 1511 w 2201"/>
                        <a:gd name="T73" fmla="*/ 5 h 2215"/>
                        <a:gd name="T74" fmla="*/ 1531 w 2201"/>
                        <a:gd name="T75" fmla="*/ 0 h 2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2201" h="2215">
                          <a:moveTo>
                            <a:pt x="1531" y="0"/>
                          </a:moveTo>
                          <a:lnTo>
                            <a:pt x="1543" y="1"/>
                          </a:lnTo>
                          <a:lnTo>
                            <a:pt x="1554" y="6"/>
                          </a:lnTo>
                          <a:lnTo>
                            <a:pt x="1564" y="14"/>
                          </a:lnTo>
                          <a:lnTo>
                            <a:pt x="1570" y="25"/>
                          </a:lnTo>
                          <a:lnTo>
                            <a:pt x="1574" y="38"/>
                          </a:lnTo>
                          <a:lnTo>
                            <a:pt x="1599" y="367"/>
                          </a:lnTo>
                          <a:lnTo>
                            <a:pt x="1722" y="244"/>
                          </a:lnTo>
                          <a:lnTo>
                            <a:pt x="1742" y="227"/>
                          </a:lnTo>
                          <a:lnTo>
                            <a:pt x="1764" y="216"/>
                          </a:lnTo>
                          <a:lnTo>
                            <a:pt x="1787" y="208"/>
                          </a:lnTo>
                          <a:lnTo>
                            <a:pt x="1811" y="207"/>
                          </a:lnTo>
                          <a:lnTo>
                            <a:pt x="1835" y="208"/>
                          </a:lnTo>
                          <a:lnTo>
                            <a:pt x="1859" y="216"/>
                          </a:lnTo>
                          <a:lnTo>
                            <a:pt x="1881" y="227"/>
                          </a:lnTo>
                          <a:lnTo>
                            <a:pt x="1900" y="244"/>
                          </a:lnTo>
                          <a:lnTo>
                            <a:pt x="1974" y="319"/>
                          </a:lnTo>
                          <a:lnTo>
                            <a:pt x="1992" y="341"/>
                          </a:lnTo>
                          <a:lnTo>
                            <a:pt x="2005" y="367"/>
                          </a:lnTo>
                          <a:lnTo>
                            <a:pt x="2011" y="394"/>
                          </a:lnTo>
                          <a:lnTo>
                            <a:pt x="2011" y="421"/>
                          </a:lnTo>
                          <a:lnTo>
                            <a:pt x="2005" y="448"/>
                          </a:lnTo>
                          <a:lnTo>
                            <a:pt x="1992" y="474"/>
                          </a:lnTo>
                          <a:lnTo>
                            <a:pt x="1974" y="497"/>
                          </a:lnTo>
                          <a:lnTo>
                            <a:pt x="1867" y="604"/>
                          </a:lnTo>
                          <a:lnTo>
                            <a:pt x="2162" y="627"/>
                          </a:lnTo>
                          <a:lnTo>
                            <a:pt x="2175" y="631"/>
                          </a:lnTo>
                          <a:lnTo>
                            <a:pt x="2187" y="638"/>
                          </a:lnTo>
                          <a:lnTo>
                            <a:pt x="2195" y="648"/>
                          </a:lnTo>
                          <a:lnTo>
                            <a:pt x="2200" y="662"/>
                          </a:lnTo>
                          <a:lnTo>
                            <a:pt x="2201" y="674"/>
                          </a:lnTo>
                          <a:lnTo>
                            <a:pt x="2197" y="687"/>
                          </a:lnTo>
                          <a:lnTo>
                            <a:pt x="2189" y="700"/>
                          </a:lnTo>
                          <a:lnTo>
                            <a:pt x="1703" y="1185"/>
                          </a:lnTo>
                          <a:lnTo>
                            <a:pt x="1677" y="1207"/>
                          </a:lnTo>
                          <a:lnTo>
                            <a:pt x="1649" y="1224"/>
                          </a:lnTo>
                          <a:lnTo>
                            <a:pt x="1618" y="1236"/>
                          </a:lnTo>
                          <a:lnTo>
                            <a:pt x="1586" y="1244"/>
                          </a:lnTo>
                          <a:lnTo>
                            <a:pt x="1553" y="1247"/>
                          </a:lnTo>
                          <a:lnTo>
                            <a:pt x="1545" y="1246"/>
                          </a:lnTo>
                          <a:lnTo>
                            <a:pt x="1537" y="1246"/>
                          </a:lnTo>
                          <a:lnTo>
                            <a:pt x="1525" y="1245"/>
                          </a:lnTo>
                          <a:lnTo>
                            <a:pt x="1247" y="1224"/>
                          </a:lnTo>
                          <a:lnTo>
                            <a:pt x="292" y="2179"/>
                          </a:lnTo>
                          <a:lnTo>
                            <a:pt x="272" y="2195"/>
                          </a:lnTo>
                          <a:lnTo>
                            <a:pt x="249" y="2205"/>
                          </a:lnTo>
                          <a:lnTo>
                            <a:pt x="223" y="2210"/>
                          </a:lnTo>
                          <a:lnTo>
                            <a:pt x="110" y="2215"/>
                          </a:lnTo>
                          <a:lnTo>
                            <a:pt x="106" y="2215"/>
                          </a:lnTo>
                          <a:lnTo>
                            <a:pt x="80" y="2212"/>
                          </a:lnTo>
                          <a:lnTo>
                            <a:pt x="56" y="2204"/>
                          </a:lnTo>
                          <a:lnTo>
                            <a:pt x="36" y="2190"/>
                          </a:lnTo>
                          <a:lnTo>
                            <a:pt x="20" y="2172"/>
                          </a:lnTo>
                          <a:lnTo>
                            <a:pt x="7" y="2151"/>
                          </a:lnTo>
                          <a:lnTo>
                            <a:pt x="0" y="2126"/>
                          </a:lnTo>
                          <a:lnTo>
                            <a:pt x="0" y="2101"/>
                          </a:lnTo>
                          <a:lnTo>
                            <a:pt x="9" y="1994"/>
                          </a:lnTo>
                          <a:lnTo>
                            <a:pt x="12" y="1969"/>
                          </a:lnTo>
                          <a:lnTo>
                            <a:pt x="23" y="1947"/>
                          </a:lnTo>
                          <a:lnTo>
                            <a:pt x="38" y="1927"/>
                          </a:lnTo>
                          <a:lnTo>
                            <a:pt x="174" y="1792"/>
                          </a:lnTo>
                          <a:lnTo>
                            <a:pt x="480" y="1485"/>
                          </a:lnTo>
                          <a:lnTo>
                            <a:pt x="487" y="1479"/>
                          </a:lnTo>
                          <a:lnTo>
                            <a:pt x="803" y="1162"/>
                          </a:lnTo>
                          <a:lnTo>
                            <a:pt x="978" y="987"/>
                          </a:lnTo>
                          <a:lnTo>
                            <a:pt x="955" y="682"/>
                          </a:lnTo>
                          <a:lnTo>
                            <a:pt x="954" y="664"/>
                          </a:lnTo>
                          <a:lnTo>
                            <a:pt x="955" y="627"/>
                          </a:lnTo>
                          <a:lnTo>
                            <a:pt x="961" y="592"/>
                          </a:lnTo>
                          <a:lnTo>
                            <a:pt x="973" y="557"/>
                          </a:lnTo>
                          <a:lnTo>
                            <a:pt x="992" y="525"/>
                          </a:lnTo>
                          <a:lnTo>
                            <a:pt x="1016" y="497"/>
                          </a:lnTo>
                          <a:lnTo>
                            <a:pt x="1501" y="12"/>
                          </a:lnTo>
                          <a:lnTo>
                            <a:pt x="1511" y="5"/>
                          </a:lnTo>
                          <a:lnTo>
                            <a:pt x="1521" y="1"/>
                          </a:lnTo>
                          <a:lnTo>
                            <a:pt x="1531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0011078-E0AB-D219-9042-671E92852FA4}"/>
                    </a:ext>
                  </a:extLst>
                </p:cNvPr>
                <p:cNvGrpSpPr/>
                <p:nvPr/>
              </p:nvGrpSpPr>
              <p:grpSpPr>
                <a:xfrm>
                  <a:off x="2850100" y="4236717"/>
                  <a:ext cx="2590172" cy="881138"/>
                  <a:chOff x="2850100" y="4236717"/>
                  <a:chExt cx="2590172" cy="881138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56E2DB01-DCEC-1AC6-4103-A0B128E6CE71}"/>
                      </a:ext>
                    </a:extLst>
                  </p:cNvPr>
                  <p:cNvGrpSpPr/>
                  <p:nvPr/>
                </p:nvGrpSpPr>
                <p:grpSpPr>
                  <a:xfrm>
                    <a:off x="2850100" y="4236717"/>
                    <a:ext cx="2590172" cy="881138"/>
                    <a:chOff x="2850100" y="4236717"/>
                    <a:chExt cx="2590172" cy="881138"/>
                  </a:xfrm>
                </p:grpSpPr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2A76506C-9E01-2D04-33FC-986CE0DD9A6A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100" y="4236717"/>
                      <a:ext cx="2590172" cy="881138"/>
                      <a:chOff x="5359616" y="4543393"/>
                      <a:chExt cx="3090155" cy="1051226"/>
                    </a:xfrm>
                  </p:grpSpPr>
                  <p:sp>
                    <p:nvSpPr>
                      <p:cNvPr id="57" name="Rectangle 143">
                        <a:extLst>
                          <a:ext uri="{FF2B5EF4-FFF2-40B4-BE49-F238E27FC236}">
                            <a16:creationId xmlns:a16="http://schemas.microsoft.com/office/drawing/2014/main" id="{CA261E4D-AD4C-3574-DA42-B2D3E53867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4725398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D5389791-EEC7-2225-18F3-CA4AF9A0400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8543" y="4543393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59" name="Donut 77">
                          <a:extLst>
                            <a:ext uri="{FF2B5EF4-FFF2-40B4-BE49-F238E27FC236}">
                              <a16:creationId xmlns:a16="http://schemas.microsoft.com/office/drawing/2014/main" id="{EF1705FE-92FC-DCEB-3745-302E146BFC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FF6319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60" name="Oval 59">
                          <a:extLst>
                            <a:ext uri="{FF2B5EF4-FFF2-40B4-BE49-F238E27FC236}">
                              <a16:creationId xmlns:a16="http://schemas.microsoft.com/office/drawing/2014/main" id="{CF387F78-266E-6C46-31F0-A6296A6E67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E5656688-D699-CDAB-AB41-D3A17700B39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5" y="4470908"/>
                      <a:ext cx="1367521" cy="4127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Benefits</a:t>
                      </a:r>
                    </a:p>
                  </p:txBody>
                </p:sp>
              </p:grpSp>
              <p:grpSp>
                <p:nvGrpSpPr>
                  <p:cNvPr id="49" name="Group 31">
                    <a:extLst>
                      <a:ext uri="{FF2B5EF4-FFF2-40B4-BE49-F238E27FC236}">
                        <a16:creationId xmlns:a16="http://schemas.microsoft.com/office/drawing/2014/main" id="{532409C0-A7E0-46B7-E7CE-1D8F9DD7CC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19028" y="4449070"/>
                    <a:ext cx="343281" cy="456440"/>
                    <a:chOff x="1192" y="1587"/>
                    <a:chExt cx="1268" cy="1686"/>
                  </a:xfrm>
                  <a:solidFill>
                    <a:srgbClr val="FF6319"/>
                  </a:solidFill>
                </p:grpSpPr>
                <p:sp>
                  <p:nvSpPr>
                    <p:cNvPr id="50" name="Freeform 32">
                      <a:extLst>
                        <a:ext uri="{FF2B5EF4-FFF2-40B4-BE49-F238E27FC236}">
                          <a16:creationId xmlns:a16="http://schemas.microsoft.com/office/drawing/2014/main" id="{44441439-2291-A2B1-921C-D502900C2E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15" y="1847"/>
                      <a:ext cx="621" cy="1145"/>
                    </a:xfrm>
                    <a:custGeom>
                      <a:avLst/>
                      <a:gdLst>
                        <a:gd name="T0" fmla="*/ 335 w 787"/>
                        <a:gd name="T1" fmla="*/ 0 h 1456"/>
                        <a:gd name="T2" fmla="*/ 335 w 787"/>
                        <a:gd name="T3" fmla="*/ 354 h 1456"/>
                        <a:gd name="T4" fmla="*/ 335 w 787"/>
                        <a:gd name="T5" fmla="*/ 354 h 1456"/>
                        <a:gd name="T6" fmla="*/ 335 w 787"/>
                        <a:gd name="T7" fmla="*/ 568 h 1456"/>
                        <a:gd name="T8" fmla="*/ 270 w 787"/>
                        <a:gd name="T9" fmla="*/ 483 h 1456"/>
                        <a:gd name="T10" fmla="*/ 0 w 787"/>
                        <a:gd name="T11" fmla="*/ 374 h 1456"/>
                        <a:gd name="T12" fmla="*/ 0 w 787"/>
                        <a:gd name="T13" fmla="*/ 492 h 1456"/>
                        <a:gd name="T14" fmla="*/ 186 w 787"/>
                        <a:gd name="T15" fmla="*/ 566 h 1456"/>
                        <a:gd name="T16" fmla="*/ 289 w 787"/>
                        <a:gd name="T17" fmla="*/ 746 h 1456"/>
                        <a:gd name="T18" fmla="*/ 335 w 787"/>
                        <a:gd name="T19" fmla="*/ 1023 h 1456"/>
                        <a:gd name="T20" fmla="*/ 335 w 787"/>
                        <a:gd name="T21" fmla="*/ 1456 h 1456"/>
                        <a:gd name="T22" fmla="*/ 453 w 787"/>
                        <a:gd name="T23" fmla="*/ 1456 h 1456"/>
                        <a:gd name="T24" fmla="*/ 453 w 787"/>
                        <a:gd name="T25" fmla="*/ 1023 h 1456"/>
                        <a:gd name="T26" fmla="*/ 499 w 787"/>
                        <a:gd name="T27" fmla="*/ 746 h 1456"/>
                        <a:gd name="T28" fmla="*/ 602 w 787"/>
                        <a:gd name="T29" fmla="*/ 566 h 1456"/>
                        <a:gd name="T30" fmla="*/ 787 w 787"/>
                        <a:gd name="T31" fmla="*/ 492 h 1456"/>
                        <a:gd name="T32" fmla="*/ 787 w 787"/>
                        <a:gd name="T33" fmla="*/ 374 h 1456"/>
                        <a:gd name="T34" fmla="*/ 518 w 787"/>
                        <a:gd name="T35" fmla="*/ 483 h 1456"/>
                        <a:gd name="T36" fmla="*/ 453 w 787"/>
                        <a:gd name="T37" fmla="*/ 568 h 1456"/>
                        <a:gd name="T38" fmla="*/ 453 w 787"/>
                        <a:gd name="T39" fmla="*/ 236 h 1456"/>
                        <a:gd name="T40" fmla="*/ 453 w 787"/>
                        <a:gd name="T41" fmla="*/ 236 h 1456"/>
                        <a:gd name="T42" fmla="*/ 453 w 787"/>
                        <a:gd name="T43" fmla="*/ 0 h 1456"/>
                        <a:gd name="T44" fmla="*/ 335 w 787"/>
                        <a:gd name="T45" fmla="*/ 0 h 14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787" h="1456">
                          <a:moveTo>
                            <a:pt x="335" y="0"/>
                          </a:moveTo>
                          <a:cubicBezTo>
                            <a:pt x="335" y="354"/>
                            <a:pt x="335" y="354"/>
                            <a:pt x="335" y="354"/>
                          </a:cubicBezTo>
                          <a:cubicBezTo>
                            <a:pt x="335" y="354"/>
                            <a:pt x="335" y="354"/>
                            <a:pt x="335" y="354"/>
                          </a:cubicBezTo>
                          <a:cubicBezTo>
                            <a:pt x="335" y="568"/>
                            <a:pt x="335" y="568"/>
                            <a:pt x="335" y="568"/>
                          </a:cubicBezTo>
                          <a:cubicBezTo>
                            <a:pt x="316" y="538"/>
                            <a:pt x="295" y="509"/>
                            <a:pt x="270" y="483"/>
                          </a:cubicBezTo>
                          <a:cubicBezTo>
                            <a:pt x="205" y="419"/>
                            <a:pt x="114" y="374"/>
                            <a:pt x="0" y="374"/>
                          </a:cubicBezTo>
                          <a:cubicBezTo>
                            <a:pt x="0" y="492"/>
                            <a:pt x="0" y="492"/>
                            <a:pt x="0" y="492"/>
                          </a:cubicBezTo>
                          <a:cubicBezTo>
                            <a:pt x="84" y="492"/>
                            <a:pt x="140" y="521"/>
                            <a:pt x="186" y="566"/>
                          </a:cubicBezTo>
                          <a:cubicBezTo>
                            <a:pt x="232" y="613"/>
                            <a:pt x="266" y="678"/>
                            <a:pt x="289" y="746"/>
                          </a:cubicBezTo>
                          <a:cubicBezTo>
                            <a:pt x="334" y="883"/>
                            <a:pt x="335" y="1023"/>
                            <a:pt x="335" y="1023"/>
                          </a:cubicBezTo>
                          <a:cubicBezTo>
                            <a:pt x="335" y="1456"/>
                            <a:pt x="335" y="1456"/>
                            <a:pt x="335" y="1456"/>
                          </a:cubicBezTo>
                          <a:cubicBezTo>
                            <a:pt x="453" y="1456"/>
                            <a:pt x="453" y="1456"/>
                            <a:pt x="453" y="1456"/>
                          </a:cubicBezTo>
                          <a:cubicBezTo>
                            <a:pt x="453" y="1023"/>
                            <a:pt x="453" y="1023"/>
                            <a:pt x="453" y="1023"/>
                          </a:cubicBezTo>
                          <a:cubicBezTo>
                            <a:pt x="453" y="1023"/>
                            <a:pt x="453" y="883"/>
                            <a:pt x="499" y="746"/>
                          </a:cubicBezTo>
                          <a:cubicBezTo>
                            <a:pt x="522" y="678"/>
                            <a:pt x="556" y="613"/>
                            <a:pt x="602" y="566"/>
                          </a:cubicBezTo>
                          <a:cubicBezTo>
                            <a:pt x="648" y="521"/>
                            <a:pt x="704" y="492"/>
                            <a:pt x="787" y="492"/>
                          </a:cubicBezTo>
                          <a:cubicBezTo>
                            <a:pt x="787" y="374"/>
                            <a:pt x="787" y="374"/>
                            <a:pt x="787" y="374"/>
                          </a:cubicBezTo>
                          <a:cubicBezTo>
                            <a:pt x="674" y="374"/>
                            <a:pt x="583" y="419"/>
                            <a:pt x="518" y="483"/>
                          </a:cubicBezTo>
                          <a:cubicBezTo>
                            <a:pt x="492" y="509"/>
                            <a:pt x="471" y="538"/>
                            <a:pt x="453" y="568"/>
                          </a:cubicBezTo>
                          <a:cubicBezTo>
                            <a:pt x="453" y="236"/>
                            <a:pt x="453" y="236"/>
                            <a:pt x="453" y="236"/>
                          </a:cubicBezTo>
                          <a:cubicBezTo>
                            <a:pt x="453" y="236"/>
                            <a:pt x="453" y="236"/>
                            <a:pt x="453" y="236"/>
                          </a:cubicBezTo>
                          <a:cubicBezTo>
                            <a:pt x="453" y="0"/>
                            <a:pt x="453" y="0"/>
                            <a:pt x="453" y="0"/>
                          </a:cubicBezTo>
                          <a:lnTo>
                            <a:pt x="335" y="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1" name="Freeform 33">
                      <a:extLst>
                        <a:ext uri="{FF2B5EF4-FFF2-40B4-BE49-F238E27FC236}">
                          <a16:creationId xmlns:a16="http://schemas.microsoft.com/office/drawing/2014/main" id="{6CD1DCD6-5DEE-2C3E-6DCE-8CBD9E1278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2" y="2037"/>
                      <a:ext cx="398" cy="297"/>
                    </a:xfrm>
                    <a:custGeom>
                      <a:avLst/>
                      <a:gdLst>
                        <a:gd name="T0" fmla="*/ 488 w 504"/>
                        <a:gd name="T1" fmla="*/ 1 h 377"/>
                        <a:gd name="T2" fmla="*/ 488 w 504"/>
                        <a:gd name="T3" fmla="*/ 1 h 377"/>
                        <a:gd name="T4" fmla="*/ 484 w 504"/>
                        <a:gd name="T5" fmla="*/ 1 h 377"/>
                        <a:gd name="T6" fmla="*/ 10 w 504"/>
                        <a:gd name="T7" fmla="*/ 175 h 377"/>
                        <a:gd name="T8" fmla="*/ 2 w 504"/>
                        <a:gd name="T9" fmla="*/ 192 h 377"/>
                        <a:gd name="T10" fmla="*/ 10 w 504"/>
                        <a:gd name="T11" fmla="*/ 201 h 377"/>
                        <a:gd name="T12" fmla="*/ 484 w 504"/>
                        <a:gd name="T13" fmla="*/ 375 h 377"/>
                        <a:gd name="T14" fmla="*/ 501 w 504"/>
                        <a:gd name="T15" fmla="*/ 366 h 377"/>
                        <a:gd name="T16" fmla="*/ 499 w 504"/>
                        <a:gd name="T17" fmla="*/ 354 h 377"/>
                        <a:gd name="T18" fmla="*/ 499 w 504"/>
                        <a:gd name="T19" fmla="*/ 22 h 377"/>
                        <a:gd name="T20" fmla="*/ 497 w 504"/>
                        <a:gd name="T21" fmla="*/ 3 h 377"/>
                        <a:gd name="T22" fmla="*/ 488 w 504"/>
                        <a:gd name="T23" fmla="*/ 0 h 377"/>
                        <a:gd name="T24" fmla="*/ 488 w 504"/>
                        <a:gd name="T25" fmla="*/ 1 h 3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504" h="377">
                          <a:moveTo>
                            <a:pt x="488" y="1"/>
                          </a:moveTo>
                          <a:cubicBezTo>
                            <a:pt x="488" y="1"/>
                            <a:pt x="488" y="1"/>
                            <a:pt x="488" y="1"/>
                          </a:cubicBezTo>
                          <a:cubicBezTo>
                            <a:pt x="487" y="1"/>
                            <a:pt x="485" y="1"/>
                            <a:pt x="484" y="1"/>
                          </a:cubicBezTo>
                          <a:cubicBezTo>
                            <a:pt x="10" y="175"/>
                            <a:pt x="10" y="175"/>
                            <a:pt x="10" y="175"/>
                          </a:cubicBezTo>
                          <a:cubicBezTo>
                            <a:pt x="3" y="178"/>
                            <a:pt x="0" y="185"/>
                            <a:pt x="2" y="192"/>
                          </a:cubicBezTo>
                          <a:cubicBezTo>
                            <a:pt x="3" y="196"/>
                            <a:pt x="6" y="199"/>
                            <a:pt x="10" y="201"/>
                          </a:cubicBezTo>
                          <a:cubicBezTo>
                            <a:pt x="484" y="375"/>
                            <a:pt x="484" y="375"/>
                            <a:pt x="484" y="375"/>
                          </a:cubicBezTo>
                          <a:cubicBezTo>
                            <a:pt x="491" y="377"/>
                            <a:pt x="498" y="373"/>
                            <a:pt x="501" y="366"/>
                          </a:cubicBezTo>
                          <a:cubicBezTo>
                            <a:pt x="502" y="362"/>
                            <a:pt x="502" y="357"/>
                            <a:pt x="499" y="354"/>
                          </a:cubicBezTo>
                          <a:cubicBezTo>
                            <a:pt x="427" y="254"/>
                            <a:pt x="427" y="120"/>
                            <a:pt x="499" y="22"/>
                          </a:cubicBezTo>
                          <a:cubicBezTo>
                            <a:pt x="504" y="16"/>
                            <a:pt x="503" y="8"/>
                            <a:pt x="497" y="3"/>
                          </a:cubicBezTo>
                          <a:cubicBezTo>
                            <a:pt x="494" y="1"/>
                            <a:pt x="491" y="0"/>
                            <a:pt x="488" y="0"/>
                          </a:cubicBezTo>
                          <a:lnTo>
                            <a:pt x="488" y="1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2" name="Freeform 34">
                      <a:extLst>
                        <a:ext uri="{FF2B5EF4-FFF2-40B4-BE49-F238E27FC236}">
                          <a16:creationId xmlns:a16="http://schemas.microsoft.com/office/drawing/2014/main" id="{BF3DA8BB-1881-221E-71EA-8AAE4D9323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63" y="2039"/>
                      <a:ext cx="397" cy="295"/>
                    </a:xfrm>
                    <a:custGeom>
                      <a:avLst/>
                      <a:gdLst>
                        <a:gd name="T0" fmla="*/ 14 w 503"/>
                        <a:gd name="T1" fmla="*/ 0 h 376"/>
                        <a:gd name="T2" fmla="*/ 1 w 503"/>
                        <a:gd name="T3" fmla="*/ 14 h 376"/>
                        <a:gd name="T4" fmla="*/ 4 w 503"/>
                        <a:gd name="T5" fmla="*/ 22 h 376"/>
                        <a:gd name="T6" fmla="*/ 4 w 503"/>
                        <a:gd name="T7" fmla="*/ 354 h 376"/>
                        <a:gd name="T8" fmla="*/ 7 w 503"/>
                        <a:gd name="T9" fmla="*/ 373 h 376"/>
                        <a:gd name="T10" fmla="*/ 20 w 503"/>
                        <a:gd name="T11" fmla="*/ 374 h 376"/>
                        <a:gd name="T12" fmla="*/ 493 w 503"/>
                        <a:gd name="T13" fmla="*/ 201 h 376"/>
                        <a:gd name="T14" fmla="*/ 501 w 503"/>
                        <a:gd name="T15" fmla="*/ 184 h 376"/>
                        <a:gd name="T16" fmla="*/ 493 w 503"/>
                        <a:gd name="T17" fmla="*/ 175 h 376"/>
                        <a:gd name="T18" fmla="*/ 20 w 503"/>
                        <a:gd name="T19" fmla="*/ 1 h 376"/>
                        <a:gd name="T20" fmla="*/ 14 w 503"/>
                        <a:gd name="T21" fmla="*/ 1 h 376"/>
                        <a:gd name="T22" fmla="*/ 14 w 503"/>
                        <a:gd name="T23" fmla="*/ 0 h 3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503" h="376">
                          <a:moveTo>
                            <a:pt x="14" y="0"/>
                          </a:moveTo>
                          <a:cubicBezTo>
                            <a:pt x="7" y="0"/>
                            <a:pt x="1" y="7"/>
                            <a:pt x="1" y="14"/>
                          </a:cubicBezTo>
                          <a:cubicBezTo>
                            <a:pt x="1" y="17"/>
                            <a:pt x="2" y="20"/>
                            <a:pt x="4" y="22"/>
                          </a:cubicBezTo>
                          <a:cubicBezTo>
                            <a:pt x="76" y="120"/>
                            <a:pt x="76" y="254"/>
                            <a:pt x="4" y="354"/>
                          </a:cubicBezTo>
                          <a:cubicBezTo>
                            <a:pt x="0" y="360"/>
                            <a:pt x="1" y="368"/>
                            <a:pt x="7" y="373"/>
                          </a:cubicBezTo>
                          <a:cubicBezTo>
                            <a:pt x="11" y="375"/>
                            <a:pt x="15" y="376"/>
                            <a:pt x="20" y="374"/>
                          </a:cubicBezTo>
                          <a:cubicBezTo>
                            <a:pt x="493" y="201"/>
                            <a:pt x="493" y="201"/>
                            <a:pt x="493" y="201"/>
                          </a:cubicBezTo>
                          <a:cubicBezTo>
                            <a:pt x="500" y="198"/>
                            <a:pt x="503" y="191"/>
                            <a:pt x="501" y="184"/>
                          </a:cubicBezTo>
                          <a:cubicBezTo>
                            <a:pt x="500" y="179"/>
                            <a:pt x="497" y="176"/>
                            <a:pt x="493" y="175"/>
                          </a:cubicBezTo>
                          <a:cubicBezTo>
                            <a:pt x="20" y="1"/>
                            <a:pt x="20" y="1"/>
                            <a:pt x="20" y="1"/>
                          </a:cubicBezTo>
                          <a:cubicBezTo>
                            <a:pt x="18" y="1"/>
                            <a:pt x="16" y="1"/>
                            <a:pt x="14" y="1"/>
                          </a:cubicBezTo>
                          <a:lnTo>
                            <a:pt x="14" y="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3" name="Freeform 35">
                      <a:extLst>
                        <a:ext uri="{FF2B5EF4-FFF2-40B4-BE49-F238E27FC236}">
                          <a16:creationId xmlns:a16="http://schemas.microsoft.com/office/drawing/2014/main" id="{2CADAB39-B72D-A44E-6BFD-D088092F71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677" y="1587"/>
                      <a:ext cx="297" cy="395"/>
                    </a:xfrm>
                    <a:custGeom>
                      <a:avLst/>
                      <a:gdLst>
                        <a:gd name="T0" fmla="*/ 188 w 377"/>
                        <a:gd name="T1" fmla="*/ 0 h 502"/>
                        <a:gd name="T2" fmla="*/ 176 w 377"/>
                        <a:gd name="T3" fmla="*/ 9 h 502"/>
                        <a:gd name="T4" fmla="*/ 2 w 377"/>
                        <a:gd name="T5" fmla="*/ 482 h 502"/>
                        <a:gd name="T6" fmla="*/ 10 w 377"/>
                        <a:gd name="T7" fmla="*/ 499 h 502"/>
                        <a:gd name="T8" fmla="*/ 23 w 377"/>
                        <a:gd name="T9" fmla="*/ 498 h 502"/>
                        <a:gd name="T10" fmla="*/ 355 w 377"/>
                        <a:gd name="T11" fmla="*/ 498 h 502"/>
                        <a:gd name="T12" fmla="*/ 374 w 377"/>
                        <a:gd name="T13" fmla="*/ 494 h 502"/>
                        <a:gd name="T14" fmla="*/ 376 w 377"/>
                        <a:gd name="T15" fmla="*/ 482 h 502"/>
                        <a:gd name="T16" fmla="*/ 202 w 377"/>
                        <a:gd name="T17" fmla="*/ 9 h 502"/>
                        <a:gd name="T18" fmla="*/ 188 w 377"/>
                        <a:gd name="T19" fmla="*/ 0 h 50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377" h="502">
                          <a:moveTo>
                            <a:pt x="188" y="0"/>
                          </a:moveTo>
                          <a:cubicBezTo>
                            <a:pt x="182" y="0"/>
                            <a:pt x="178" y="4"/>
                            <a:pt x="176" y="9"/>
                          </a:cubicBezTo>
                          <a:cubicBezTo>
                            <a:pt x="2" y="482"/>
                            <a:pt x="2" y="482"/>
                            <a:pt x="2" y="482"/>
                          </a:cubicBezTo>
                          <a:cubicBezTo>
                            <a:pt x="0" y="489"/>
                            <a:pt x="3" y="497"/>
                            <a:pt x="10" y="499"/>
                          </a:cubicBezTo>
                          <a:cubicBezTo>
                            <a:pt x="14" y="501"/>
                            <a:pt x="19" y="500"/>
                            <a:pt x="23" y="498"/>
                          </a:cubicBezTo>
                          <a:cubicBezTo>
                            <a:pt x="123" y="426"/>
                            <a:pt x="257" y="425"/>
                            <a:pt x="355" y="498"/>
                          </a:cubicBezTo>
                          <a:cubicBezTo>
                            <a:pt x="361" y="502"/>
                            <a:pt x="370" y="501"/>
                            <a:pt x="374" y="494"/>
                          </a:cubicBezTo>
                          <a:cubicBezTo>
                            <a:pt x="376" y="491"/>
                            <a:pt x="377" y="486"/>
                            <a:pt x="376" y="482"/>
                          </a:cubicBezTo>
                          <a:cubicBezTo>
                            <a:pt x="202" y="9"/>
                            <a:pt x="202" y="9"/>
                            <a:pt x="202" y="9"/>
                          </a:cubicBezTo>
                          <a:cubicBezTo>
                            <a:pt x="200" y="3"/>
                            <a:pt x="194" y="0"/>
                            <a:pt x="188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4" name="Rectangle 36">
                      <a:extLst>
                        <a:ext uri="{FF2B5EF4-FFF2-40B4-BE49-F238E27FC236}">
                          <a16:creationId xmlns:a16="http://schemas.microsoft.com/office/drawing/2014/main" id="{5EBD29CF-BF92-8969-2D92-8C1937A9056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8" y="2898"/>
                      <a:ext cx="376" cy="375"/>
                    </a:xfrm>
                    <a:prstGeom prst="rect">
                      <a:avLst/>
                    </a:prstGeom>
                    <a:grp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3B927285-6D02-4069-EE68-0A45876A5216}"/>
                    </a:ext>
                  </a:extLst>
                </p:cNvPr>
                <p:cNvGrpSpPr/>
                <p:nvPr/>
              </p:nvGrpSpPr>
              <p:grpSpPr>
                <a:xfrm>
                  <a:off x="2850100" y="3251643"/>
                  <a:ext cx="2590172" cy="881138"/>
                  <a:chOff x="2850100" y="3251643"/>
                  <a:chExt cx="2590172" cy="881138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AD34D481-DB39-2417-3F5F-34F2BA534EB4}"/>
                      </a:ext>
                    </a:extLst>
                  </p:cNvPr>
                  <p:cNvGrpSpPr/>
                  <p:nvPr/>
                </p:nvGrpSpPr>
                <p:grpSpPr>
                  <a:xfrm>
                    <a:off x="2850100" y="3251643"/>
                    <a:ext cx="2590172" cy="881138"/>
                    <a:chOff x="2850100" y="3251643"/>
                    <a:chExt cx="2590172" cy="881138"/>
                  </a:xfrm>
                </p:grpSpPr>
                <p:grpSp>
                  <p:nvGrpSpPr>
                    <p:cNvPr id="42" name="Group 41">
                      <a:extLst>
                        <a:ext uri="{FF2B5EF4-FFF2-40B4-BE49-F238E27FC236}">
                          <a16:creationId xmlns:a16="http://schemas.microsoft.com/office/drawing/2014/main" id="{7C8500CF-2D96-DADD-2A12-FDD8D88D2C39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100" y="3251643"/>
                      <a:ext cx="2590172" cy="881138"/>
                      <a:chOff x="5359616" y="3368167"/>
                      <a:chExt cx="3090155" cy="1051226"/>
                    </a:xfrm>
                  </p:grpSpPr>
                  <p:sp>
                    <p:nvSpPr>
                      <p:cNvPr id="44" name="Rectangle 143">
                        <a:extLst>
                          <a:ext uri="{FF2B5EF4-FFF2-40B4-BE49-F238E27FC236}">
                            <a16:creationId xmlns:a16="http://schemas.microsoft.com/office/drawing/2014/main" id="{23D2584E-573C-A3CD-011C-58BBF94EF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3545968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8A37373F-E6C8-C72C-B577-3848DCCF97B3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8543" y="3368167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46" name="Donut 81">
                          <a:extLst>
                            <a:ext uri="{FF2B5EF4-FFF2-40B4-BE49-F238E27FC236}">
                              <a16:creationId xmlns:a16="http://schemas.microsoft.com/office/drawing/2014/main" id="{5353BCFA-1327-939A-83C5-EDC7EA7FCB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47" name="Oval 46">
                          <a:extLst>
                            <a:ext uri="{FF2B5EF4-FFF2-40B4-BE49-F238E27FC236}">
                              <a16:creationId xmlns:a16="http://schemas.microsoft.com/office/drawing/2014/main" id="{63FB9D8B-E729-4AE3-0574-D428560554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DD828016-3E03-8BF1-F572-769D03336B25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6" y="3482308"/>
                      <a:ext cx="1367520" cy="4127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Challenges</a:t>
                      </a:r>
                    </a:p>
                  </p:txBody>
                </p:sp>
              </p:grpSp>
              <p:sp>
                <p:nvSpPr>
                  <p:cNvPr id="41" name="Freeform 28">
                    <a:extLst>
                      <a:ext uri="{FF2B5EF4-FFF2-40B4-BE49-F238E27FC236}">
                        <a16:creationId xmlns:a16="http://schemas.microsoft.com/office/drawing/2014/main" id="{C1874774-C170-DFA8-A875-9A78E9B12F8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 flipH="1">
                    <a:off x="3127194" y="3486659"/>
                    <a:ext cx="326952" cy="411112"/>
                  </a:xfrm>
                  <a:custGeom>
                    <a:avLst/>
                    <a:gdLst>
                      <a:gd name="T0" fmla="*/ 787 w 1677"/>
                      <a:gd name="T1" fmla="*/ 139 h 2327"/>
                      <a:gd name="T2" fmla="*/ 835 w 1677"/>
                      <a:gd name="T3" fmla="*/ 0 h 2327"/>
                      <a:gd name="T4" fmla="*/ 883 w 1677"/>
                      <a:gd name="T5" fmla="*/ 139 h 2327"/>
                      <a:gd name="T6" fmla="*/ 359 w 1677"/>
                      <a:gd name="T7" fmla="*/ 476 h 2327"/>
                      <a:gd name="T8" fmla="*/ 499 w 1677"/>
                      <a:gd name="T9" fmla="*/ 523 h 2327"/>
                      <a:gd name="T10" fmla="*/ 499 w 1677"/>
                      <a:gd name="T11" fmla="*/ 428 h 2327"/>
                      <a:gd name="T12" fmla="*/ 359 w 1677"/>
                      <a:gd name="T13" fmla="*/ 476 h 2327"/>
                      <a:gd name="T14" fmla="*/ 1170 w 1677"/>
                      <a:gd name="T15" fmla="*/ 428 h 2327"/>
                      <a:gd name="T16" fmla="*/ 1170 w 1677"/>
                      <a:gd name="T17" fmla="*/ 523 h 2327"/>
                      <a:gd name="T18" fmla="*/ 1297 w 1677"/>
                      <a:gd name="T19" fmla="*/ 509 h 2327"/>
                      <a:gd name="T20" fmla="*/ 1299 w 1677"/>
                      <a:gd name="T21" fmla="*/ 443 h 2327"/>
                      <a:gd name="T22" fmla="*/ 1262 w 1677"/>
                      <a:gd name="T23" fmla="*/ 428 h 2327"/>
                      <a:gd name="T24" fmla="*/ 1104 w 1677"/>
                      <a:gd name="T25" fmla="*/ 139 h 2327"/>
                      <a:gd name="T26" fmla="*/ 1037 w 1677"/>
                      <a:gd name="T27" fmla="*/ 272 h 2327"/>
                      <a:gd name="T28" fmla="*/ 1072 w 1677"/>
                      <a:gd name="T29" fmla="*/ 286 h 2327"/>
                      <a:gd name="T30" fmla="*/ 1171 w 1677"/>
                      <a:gd name="T31" fmla="*/ 207 h 2327"/>
                      <a:gd name="T32" fmla="*/ 1137 w 1677"/>
                      <a:gd name="T33" fmla="*/ 125 h 2327"/>
                      <a:gd name="T34" fmla="*/ 565 w 1677"/>
                      <a:gd name="T35" fmla="*/ 139 h 2327"/>
                      <a:gd name="T36" fmla="*/ 497 w 1677"/>
                      <a:gd name="T37" fmla="*/ 207 h 2327"/>
                      <a:gd name="T38" fmla="*/ 563 w 1677"/>
                      <a:gd name="T39" fmla="*/ 272 h 2327"/>
                      <a:gd name="T40" fmla="*/ 630 w 1677"/>
                      <a:gd name="T41" fmla="*/ 204 h 2327"/>
                      <a:gd name="T42" fmla="*/ 631 w 1677"/>
                      <a:gd name="T43" fmla="*/ 483 h 2327"/>
                      <a:gd name="T44" fmla="*/ 1039 w 1677"/>
                      <a:gd name="T45" fmla="*/ 482 h 2327"/>
                      <a:gd name="T46" fmla="*/ 631 w 1677"/>
                      <a:gd name="T47" fmla="*/ 483 h 2327"/>
                      <a:gd name="T48" fmla="*/ 44 w 1677"/>
                      <a:gd name="T49" fmla="*/ 1527 h 2327"/>
                      <a:gd name="T50" fmla="*/ 195 w 1677"/>
                      <a:gd name="T51" fmla="*/ 2277 h 2327"/>
                      <a:gd name="T52" fmla="*/ 363 w 1677"/>
                      <a:gd name="T53" fmla="*/ 2326 h 2327"/>
                      <a:gd name="T54" fmla="*/ 490 w 1677"/>
                      <a:gd name="T55" fmla="*/ 1629 h 2327"/>
                      <a:gd name="T56" fmla="*/ 529 w 1677"/>
                      <a:gd name="T57" fmla="*/ 1554 h 2327"/>
                      <a:gd name="T58" fmla="*/ 388 w 1677"/>
                      <a:gd name="T59" fmla="*/ 1027 h 2327"/>
                      <a:gd name="T60" fmla="*/ 297 w 1677"/>
                      <a:gd name="T61" fmla="*/ 1113 h 2327"/>
                      <a:gd name="T62" fmla="*/ 206 w 1677"/>
                      <a:gd name="T63" fmla="*/ 1000 h 2327"/>
                      <a:gd name="T64" fmla="*/ 144 w 1677"/>
                      <a:gd name="T65" fmla="*/ 997 h 2327"/>
                      <a:gd name="T66" fmla="*/ 2 w 1677"/>
                      <a:gd name="T67" fmla="*/ 1157 h 2327"/>
                      <a:gd name="T68" fmla="*/ 307 w 1677"/>
                      <a:gd name="T69" fmla="*/ 937 h 2327"/>
                      <a:gd name="T70" fmla="*/ 468 w 1677"/>
                      <a:gd name="T71" fmla="*/ 710 h 2327"/>
                      <a:gd name="T72" fmla="*/ 136 w 1677"/>
                      <a:gd name="T73" fmla="*/ 766 h 2327"/>
                      <a:gd name="T74" fmla="*/ 1470 w 1677"/>
                      <a:gd name="T75" fmla="*/ 997 h 2327"/>
                      <a:gd name="T76" fmla="*/ 1376 w 1677"/>
                      <a:gd name="T77" fmla="*/ 1110 h 2327"/>
                      <a:gd name="T78" fmla="*/ 1349 w 1677"/>
                      <a:gd name="T79" fmla="*/ 1110 h 2327"/>
                      <a:gd name="T80" fmla="*/ 1244 w 1677"/>
                      <a:gd name="T81" fmla="*/ 1384 h 2327"/>
                      <a:gd name="T82" fmla="*/ 1135 w 1677"/>
                      <a:gd name="T83" fmla="*/ 1599 h 2327"/>
                      <a:gd name="T84" fmla="*/ 1251 w 1677"/>
                      <a:gd name="T85" fmla="*/ 2277 h 2327"/>
                      <a:gd name="T86" fmla="*/ 1418 w 1677"/>
                      <a:gd name="T87" fmla="*/ 2327 h 2327"/>
                      <a:gd name="T88" fmla="*/ 1546 w 1677"/>
                      <a:gd name="T89" fmla="*/ 1630 h 2327"/>
                      <a:gd name="T90" fmla="*/ 1668 w 1677"/>
                      <a:gd name="T91" fmla="*/ 1157 h 2327"/>
                      <a:gd name="T92" fmla="*/ 1526 w 1677"/>
                      <a:gd name="T93" fmla="*/ 997 h 2327"/>
                      <a:gd name="T94" fmla="*/ 1203 w 1677"/>
                      <a:gd name="T95" fmla="*/ 710 h 2327"/>
                      <a:gd name="T96" fmla="*/ 1364 w 1677"/>
                      <a:gd name="T97" fmla="*/ 937 h 2327"/>
                      <a:gd name="T98" fmla="*/ 1364 w 1677"/>
                      <a:gd name="T99" fmla="*/ 595 h 2327"/>
                      <a:gd name="T100" fmla="*/ 1199 w 1677"/>
                      <a:gd name="T101" fmla="*/ 931 h 2327"/>
                      <a:gd name="T102" fmla="*/ 1028 w 1677"/>
                      <a:gd name="T103" fmla="*/ 741 h 2327"/>
                      <a:gd name="T104" fmla="*/ 955 w 1677"/>
                      <a:gd name="T105" fmla="*/ 744 h 2327"/>
                      <a:gd name="T106" fmla="*/ 820 w 1677"/>
                      <a:gd name="T107" fmla="*/ 879 h 2327"/>
                      <a:gd name="T108" fmla="*/ 712 w 1677"/>
                      <a:gd name="T109" fmla="*/ 744 h 2327"/>
                      <a:gd name="T110" fmla="*/ 642 w 1677"/>
                      <a:gd name="T111" fmla="*/ 741 h 2327"/>
                      <a:gd name="T112" fmla="*/ 470 w 1677"/>
                      <a:gd name="T113" fmla="*/ 931 h 2327"/>
                      <a:gd name="T114" fmla="*/ 616 w 1677"/>
                      <a:gd name="T115" fmla="*/ 1494 h 2327"/>
                      <a:gd name="T116" fmla="*/ 767 w 1677"/>
                      <a:gd name="T117" fmla="*/ 2327 h 2327"/>
                      <a:gd name="T118" fmla="*/ 967 w 1677"/>
                      <a:gd name="T119" fmla="*/ 2267 h 2327"/>
                      <a:gd name="T120" fmla="*/ 1149 w 1677"/>
                      <a:gd name="T121" fmla="*/ 1373 h 23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677" h="2327">
                        <a:moveTo>
                          <a:pt x="835" y="187"/>
                        </a:moveTo>
                        <a:cubicBezTo>
                          <a:pt x="809" y="187"/>
                          <a:pt x="787" y="166"/>
                          <a:pt x="787" y="139"/>
                        </a:cubicBezTo>
                        <a:cubicBezTo>
                          <a:pt x="787" y="48"/>
                          <a:pt x="787" y="48"/>
                          <a:pt x="787" y="48"/>
                        </a:cubicBezTo>
                        <a:cubicBezTo>
                          <a:pt x="787" y="22"/>
                          <a:pt x="809" y="0"/>
                          <a:pt x="835" y="0"/>
                        </a:cubicBezTo>
                        <a:cubicBezTo>
                          <a:pt x="861" y="0"/>
                          <a:pt x="883" y="22"/>
                          <a:pt x="883" y="48"/>
                        </a:cubicBezTo>
                        <a:cubicBezTo>
                          <a:pt x="883" y="139"/>
                          <a:pt x="883" y="139"/>
                          <a:pt x="883" y="139"/>
                        </a:cubicBezTo>
                        <a:cubicBezTo>
                          <a:pt x="883" y="166"/>
                          <a:pt x="861" y="187"/>
                          <a:pt x="835" y="187"/>
                        </a:cubicBezTo>
                        <a:close/>
                        <a:moveTo>
                          <a:pt x="359" y="476"/>
                        </a:moveTo>
                        <a:cubicBezTo>
                          <a:pt x="359" y="502"/>
                          <a:pt x="380" y="523"/>
                          <a:pt x="406" y="523"/>
                        </a:cubicBezTo>
                        <a:cubicBezTo>
                          <a:pt x="499" y="523"/>
                          <a:pt x="499" y="523"/>
                          <a:pt x="499" y="523"/>
                        </a:cubicBezTo>
                        <a:cubicBezTo>
                          <a:pt x="525" y="523"/>
                          <a:pt x="547" y="502"/>
                          <a:pt x="547" y="476"/>
                        </a:cubicBezTo>
                        <a:cubicBezTo>
                          <a:pt x="547" y="449"/>
                          <a:pt x="525" y="428"/>
                          <a:pt x="499" y="428"/>
                        </a:cubicBezTo>
                        <a:cubicBezTo>
                          <a:pt x="406" y="428"/>
                          <a:pt x="406" y="428"/>
                          <a:pt x="406" y="428"/>
                        </a:cubicBezTo>
                        <a:cubicBezTo>
                          <a:pt x="380" y="428"/>
                          <a:pt x="359" y="449"/>
                          <a:pt x="359" y="476"/>
                        </a:cubicBezTo>
                        <a:close/>
                        <a:moveTo>
                          <a:pt x="1262" y="428"/>
                        </a:moveTo>
                        <a:cubicBezTo>
                          <a:pt x="1170" y="428"/>
                          <a:pt x="1170" y="428"/>
                          <a:pt x="1170" y="428"/>
                        </a:cubicBezTo>
                        <a:cubicBezTo>
                          <a:pt x="1144" y="428"/>
                          <a:pt x="1123" y="449"/>
                          <a:pt x="1123" y="476"/>
                        </a:cubicBezTo>
                        <a:cubicBezTo>
                          <a:pt x="1123" y="502"/>
                          <a:pt x="1144" y="523"/>
                          <a:pt x="1170" y="523"/>
                        </a:cubicBezTo>
                        <a:cubicBezTo>
                          <a:pt x="1264" y="523"/>
                          <a:pt x="1264" y="523"/>
                          <a:pt x="1264" y="523"/>
                        </a:cubicBezTo>
                        <a:cubicBezTo>
                          <a:pt x="1276" y="523"/>
                          <a:pt x="1288" y="518"/>
                          <a:pt x="1297" y="509"/>
                        </a:cubicBezTo>
                        <a:cubicBezTo>
                          <a:pt x="1306" y="501"/>
                          <a:pt x="1311" y="489"/>
                          <a:pt x="1311" y="476"/>
                        </a:cubicBezTo>
                        <a:cubicBezTo>
                          <a:pt x="1312" y="464"/>
                          <a:pt x="1308" y="452"/>
                          <a:pt x="1299" y="443"/>
                        </a:cubicBezTo>
                        <a:cubicBezTo>
                          <a:pt x="1290" y="433"/>
                          <a:pt x="1277" y="428"/>
                          <a:pt x="1264" y="428"/>
                        </a:cubicBezTo>
                        <a:lnTo>
                          <a:pt x="1262" y="428"/>
                        </a:lnTo>
                        <a:close/>
                        <a:moveTo>
                          <a:pt x="1138" y="125"/>
                        </a:moveTo>
                        <a:cubicBezTo>
                          <a:pt x="1125" y="125"/>
                          <a:pt x="1113" y="130"/>
                          <a:pt x="1104" y="139"/>
                        </a:cubicBezTo>
                        <a:cubicBezTo>
                          <a:pt x="1038" y="204"/>
                          <a:pt x="1038" y="204"/>
                          <a:pt x="1038" y="204"/>
                        </a:cubicBezTo>
                        <a:cubicBezTo>
                          <a:pt x="1019" y="222"/>
                          <a:pt x="1019" y="253"/>
                          <a:pt x="1037" y="272"/>
                        </a:cubicBezTo>
                        <a:cubicBezTo>
                          <a:pt x="1037" y="272"/>
                          <a:pt x="1038" y="273"/>
                          <a:pt x="1038" y="273"/>
                        </a:cubicBezTo>
                        <a:cubicBezTo>
                          <a:pt x="1048" y="281"/>
                          <a:pt x="1060" y="286"/>
                          <a:pt x="1072" y="286"/>
                        </a:cubicBezTo>
                        <a:cubicBezTo>
                          <a:pt x="1085" y="286"/>
                          <a:pt x="1097" y="281"/>
                          <a:pt x="1106" y="272"/>
                        </a:cubicBezTo>
                        <a:cubicBezTo>
                          <a:pt x="1171" y="207"/>
                          <a:pt x="1171" y="207"/>
                          <a:pt x="1171" y="207"/>
                        </a:cubicBezTo>
                        <a:cubicBezTo>
                          <a:pt x="1190" y="189"/>
                          <a:pt x="1191" y="159"/>
                          <a:pt x="1173" y="140"/>
                        </a:cubicBezTo>
                        <a:cubicBezTo>
                          <a:pt x="1164" y="130"/>
                          <a:pt x="1151" y="124"/>
                          <a:pt x="1137" y="125"/>
                        </a:cubicBezTo>
                        <a:lnTo>
                          <a:pt x="1138" y="125"/>
                        </a:lnTo>
                        <a:close/>
                        <a:moveTo>
                          <a:pt x="565" y="139"/>
                        </a:moveTo>
                        <a:cubicBezTo>
                          <a:pt x="546" y="121"/>
                          <a:pt x="516" y="121"/>
                          <a:pt x="497" y="139"/>
                        </a:cubicBezTo>
                        <a:cubicBezTo>
                          <a:pt x="478" y="158"/>
                          <a:pt x="478" y="188"/>
                          <a:pt x="497" y="207"/>
                        </a:cubicBezTo>
                        <a:cubicBezTo>
                          <a:pt x="497" y="207"/>
                          <a:pt x="497" y="207"/>
                          <a:pt x="497" y="207"/>
                        </a:cubicBezTo>
                        <a:cubicBezTo>
                          <a:pt x="563" y="272"/>
                          <a:pt x="563" y="272"/>
                          <a:pt x="563" y="272"/>
                        </a:cubicBezTo>
                        <a:cubicBezTo>
                          <a:pt x="582" y="291"/>
                          <a:pt x="613" y="291"/>
                          <a:pt x="631" y="272"/>
                        </a:cubicBezTo>
                        <a:cubicBezTo>
                          <a:pt x="650" y="253"/>
                          <a:pt x="649" y="223"/>
                          <a:pt x="630" y="204"/>
                        </a:cubicBezTo>
                        <a:lnTo>
                          <a:pt x="565" y="139"/>
                        </a:lnTo>
                        <a:close/>
                        <a:moveTo>
                          <a:pt x="631" y="483"/>
                        </a:moveTo>
                        <a:cubicBezTo>
                          <a:pt x="632" y="596"/>
                          <a:pt x="723" y="687"/>
                          <a:pt x="836" y="686"/>
                        </a:cubicBezTo>
                        <a:cubicBezTo>
                          <a:pt x="948" y="686"/>
                          <a:pt x="1039" y="594"/>
                          <a:pt x="1039" y="482"/>
                        </a:cubicBezTo>
                        <a:cubicBezTo>
                          <a:pt x="1038" y="370"/>
                          <a:pt x="947" y="279"/>
                          <a:pt x="835" y="279"/>
                        </a:cubicBezTo>
                        <a:cubicBezTo>
                          <a:pt x="723" y="279"/>
                          <a:pt x="631" y="370"/>
                          <a:pt x="631" y="483"/>
                        </a:cubicBezTo>
                        <a:close/>
                        <a:moveTo>
                          <a:pt x="2" y="1157"/>
                        </a:moveTo>
                        <a:cubicBezTo>
                          <a:pt x="44" y="1527"/>
                          <a:pt x="44" y="1527"/>
                          <a:pt x="44" y="1527"/>
                        </a:cubicBezTo>
                        <a:cubicBezTo>
                          <a:pt x="49" y="1573"/>
                          <a:pt x="80" y="1612"/>
                          <a:pt x="123" y="1628"/>
                        </a:cubicBezTo>
                        <a:cubicBezTo>
                          <a:pt x="195" y="2277"/>
                          <a:pt x="195" y="2277"/>
                          <a:pt x="195" y="2277"/>
                        </a:cubicBezTo>
                        <a:cubicBezTo>
                          <a:pt x="198" y="2305"/>
                          <a:pt x="222" y="2326"/>
                          <a:pt x="250" y="2326"/>
                        </a:cubicBezTo>
                        <a:cubicBezTo>
                          <a:pt x="363" y="2326"/>
                          <a:pt x="363" y="2326"/>
                          <a:pt x="363" y="2326"/>
                        </a:cubicBezTo>
                        <a:cubicBezTo>
                          <a:pt x="391" y="2326"/>
                          <a:pt x="415" y="2305"/>
                          <a:pt x="418" y="2277"/>
                        </a:cubicBezTo>
                        <a:cubicBezTo>
                          <a:pt x="490" y="1629"/>
                          <a:pt x="490" y="1629"/>
                          <a:pt x="490" y="1629"/>
                        </a:cubicBezTo>
                        <a:cubicBezTo>
                          <a:pt x="506" y="1624"/>
                          <a:pt x="522" y="1614"/>
                          <a:pt x="534" y="1602"/>
                        </a:cubicBezTo>
                        <a:cubicBezTo>
                          <a:pt x="529" y="1554"/>
                          <a:pt x="529" y="1554"/>
                          <a:pt x="529" y="1554"/>
                        </a:cubicBezTo>
                        <a:cubicBezTo>
                          <a:pt x="473" y="1515"/>
                          <a:pt x="436" y="1453"/>
                          <a:pt x="429" y="1384"/>
                        </a:cubicBezTo>
                        <a:cubicBezTo>
                          <a:pt x="388" y="1027"/>
                          <a:pt x="388" y="1027"/>
                          <a:pt x="388" y="1027"/>
                        </a:cubicBezTo>
                        <a:cubicBezTo>
                          <a:pt x="321" y="1110"/>
                          <a:pt x="321" y="1110"/>
                          <a:pt x="321" y="1110"/>
                        </a:cubicBezTo>
                        <a:cubicBezTo>
                          <a:pt x="315" y="1118"/>
                          <a:pt x="304" y="1119"/>
                          <a:pt x="297" y="1113"/>
                        </a:cubicBezTo>
                        <a:cubicBezTo>
                          <a:pt x="296" y="1112"/>
                          <a:pt x="295" y="1111"/>
                          <a:pt x="294" y="1110"/>
                        </a:cubicBezTo>
                        <a:cubicBezTo>
                          <a:pt x="206" y="1000"/>
                          <a:pt x="206" y="1000"/>
                          <a:pt x="206" y="1000"/>
                        </a:cubicBezTo>
                        <a:cubicBezTo>
                          <a:pt x="204" y="998"/>
                          <a:pt x="202" y="997"/>
                          <a:pt x="200" y="997"/>
                        </a:cubicBezTo>
                        <a:cubicBezTo>
                          <a:pt x="144" y="997"/>
                          <a:pt x="144" y="997"/>
                          <a:pt x="144" y="997"/>
                        </a:cubicBezTo>
                        <a:cubicBezTo>
                          <a:pt x="65" y="998"/>
                          <a:pt x="0" y="1063"/>
                          <a:pt x="1" y="1142"/>
                        </a:cubicBezTo>
                        <a:cubicBezTo>
                          <a:pt x="1" y="1147"/>
                          <a:pt x="1" y="1152"/>
                          <a:pt x="2" y="1157"/>
                        </a:cubicBezTo>
                        <a:close/>
                        <a:moveTo>
                          <a:pt x="136" y="766"/>
                        </a:moveTo>
                        <a:cubicBezTo>
                          <a:pt x="136" y="860"/>
                          <a:pt x="213" y="937"/>
                          <a:pt x="307" y="937"/>
                        </a:cubicBezTo>
                        <a:cubicBezTo>
                          <a:pt x="331" y="937"/>
                          <a:pt x="354" y="932"/>
                          <a:pt x="375" y="922"/>
                        </a:cubicBezTo>
                        <a:cubicBezTo>
                          <a:pt x="372" y="841"/>
                          <a:pt x="406" y="762"/>
                          <a:pt x="468" y="710"/>
                        </a:cubicBezTo>
                        <a:cubicBezTo>
                          <a:pt x="437" y="620"/>
                          <a:pt x="340" y="573"/>
                          <a:pt x="251" y="604"/>
                        </a:cubicBezTo>
                        <a:cubicBezTo>
                          <a:pt x="182" y="628"/>
                          <a:pt x="136" y="693"/>
                          <a:pt x="136" y="766"/>
                        </a:cubicBezTo>
                        <a:close/>
                        <a:moveTo>
                          <a:pt x="1526" y="997"/>
                        </a:moveTo>
                        <a:cubicBezTo>
                          <a:pt x="1470" y="997"/>
                          <a:pt x="1470" y="997"/>
                          <a:pt x="1470" y="997"/>
                        </a:cubicBezTo>
                        <a:cubicBezTo>
                          <a:pt x="1468" y="997"/>
                          <a:pt x="1466" y="998"/>
                          <a:pt x="1465" y="999"/>
                        </a:cubicBezTo>
                        <a:cubicBezTo>
                          <a:pt x="1376" y="1110"/>
                          <a:pt x="1376" y="1110"/>
                          <a:pt x="1376" y="1110"/>
                        </a:cubicBezTo>
                        <a:cubicBezTo>
                          <a:pt x="1370" y="1117"/>
                          <a:pt x="1359" y="1119"/>
                          <a:pt x="1351" y="1112"/>
                        </a:cubicBezTo>
                        <a:cubicBezTo>
                          <a:pt x="1350" y="1112"/>
                          <a:pt x="1350" y="1111"/>
                          <a:pt x="1349" y="1110"/>
                        </a:cubicBezTo>
                        <a:cubicBezTo>
                          <a:pt x="1284" y="1029"/>
                          <a:pt x="1284" y="1029"/>
                          <a:pt x="1284" y="1029"/>
                        </a:cubicBezTo>
                        <a:cubicBezTo>
                          <a:pt x="1244" y="1384"/>
                          <a:pt x="1244" y="1384"/>
                          <a:pt x="1244" y="1384"/>
                        </a:cubicBezTo>
                        <a:cubicBezTo>
                          <a:pt x="1236" y="1453"/>
                          <a:pt x="1198" y="1516"/>
                          <a:pt x="1140" y="1556"/>
                        </a:cubicBezTo>
                        <a:cubicBezTo>
                          <a:pt x="1135" y="1599"/>
                          <a:pt x="1135" y="1599"/>
                          <a:pt x="1135" y="1599"/>
                        </a:cubicBezTo>
                        <a:cubicBezTo>
                          <a:pt x="1148" y="1612"/>
                          <a:pt x="1163" y="1622"/>
                          <a:pt x="1180" y="1629"/>
                        </a:cubicBezTo>
                        <a:cubicBezTo>
                          <a:pt x="1251" y="2277"/>
                          <a:pt x="1251" y="2277"/>
                          <a:pt x="1251" y="2277"/>
                        </a:cubicBezTo>
                        <a:cubicBezTo>
                          <a:pt x="1255" y="2305"/>
                          <a:pt x="1279" y="2327"/>
                          <a:pt x="1307" y="2327"/>
                        </a:cubicBezTo>
                        <a:cubicBezTo>
                          <a:pt x="1418" y="2327"/>
                          <a:pt x="1418" y="2327"/>
                          <a:pt x="1418" y="2327"/>
                        </a:cubicBezTo>
                        <a:cubicBezTo>
                          <a:pt x="1447" y="2327"/>
                          <a:pt x="1471" y="2305"/>
                          <a:pt x="1474" y="2277"/>
                        </a:cubicBezTo>
                        <a:cubicBezTo>
                          <a:pt x="1546" y="1630"/>
                          <a:pt x="1546" y="1630"/>
                          <a:pt x="1546" y="1630"/>
                        </a:cubicBezTo>
                        <a:cubicBezTo>
                          <a:pt x="1591" y="1614"/>
                          <a:pt x="1623" y="1575"/>
                          <a:pt x="1628" y="1527"/>
                        </a:cubicBezTo>
                        <a:cubicBezTo>
                          <a:pt x="1668" y="1157"/>
                          <a:pt x="1668" y="1157"/>
                          <a:pt x="1668" y="1157"/>
                        </a:cubicBezTo>
                        <a:cubicBezTo>
                          <a:pt x="1677" y="1078"/>
                          <a:pt x="1621" y="1007"/>
                          <a:pt x="1541" y="998"/>
                        </a:cubicBezTo>
                        <a:cubicBezTo>
                          <a:pt x="1536" y="997"/>
                          <a:pt x="1531" y="997"/>
                          <a:pt x="1526" y="997"/>
                        </a:cubicBezTo>
                        <a:close/>
                        <a:moveTo>
                          <a:pt x="1364" y="595"/>
                        </a:moveTo>
                        <a:cubicBezTo>
                          <a:pt x="1291" y="595"/>
                          <a:pt x="1227" y="641"/>
                          <a:pt x="1203" y="710"/>
                        </a:cubicBezTo>
                        <a:cubicBezTo>
                          <a:pt x="1265" y="762"/>
                          <a:pt x="1299" y="841"/>
                          <a:pt x="1295" y="922"/>
                        </a:cubicBezTo>
                        <a:cubicBezTo>
                          <a:pt x="1317" y="932"/>
                          <a:pt x="1340" y="937"/>
                          <a:pt x="1364" y="937"/>
                        </a:cubicBezTo>
                        <a:cubicBezTo>
                          <a:pt x="1458" y="937"/>
                          <a:pt x="1534" y="860"/>
                          <a:pt x="1534" y="766"/>
                        </a:cubicBezTo>
                        <a:cubicBezTo>
                          <a:pt x="1534" y="672"/>
                          <a:pt x="1458" y="595"/>
                          <a:pt x="1364" y="595"/>
                        </a:cubicBezTo>
                        <a:close/>
                        <a:moveTo>
                          <a:pt x="1149" y="1373"/>
                        </a:moveTo>
                        <a:cubicBezTo>
                          <a:pt x="1199" y="931"/>
                          <a:pt x="1199" y="931"/>
                          <a:pt x="1199" y="931"/>
                        </a:cubicBezTo>
                        <a:cubicBezTo>
                          <a:pt x="1209" y="837"/>
                          <a:pt x="1141" y="752"/>
                          <a:pt x="1046" y="742"/>
                        </a:cubicBezTo>
                        <a:cubicBezTo>
                          <a:pt x="1040" y="741"/>
                          <a:pt x="1034" y="741"/>
                          <a:pt x="1028" y="741"/>
                        </a:cubicBezTo>
                        <a:cubicBezTo>
                          <a:pt x="962" y="741"/>
                          <a:pt x="962" y="741"/>
                          <a:pt x="962" y="741"/>
                        </a:cubicBezTo>
                        <a:cubicBezTo>
                          <a:pt x="959" y="741"/>
                          <a:pt x="957" y="742"/>
                          <a:pt x="955" y="744"/>
                        </a:cubicBezTo>
                        <a:cubicBezTo>
                          <a:pt x="850" y="876"/>
                          <a:pt x="850" y="876"/>
                          <a:pt x="850" y="876"/>
                        </a:cubicBezTo>
                        <a:cubicBezTo>
                          <a:pt x="843" y="885"/>
                          <a:pt x="829" y="886"/>
                          <a:pt x="820" y="879"/>
                        </a:cubicBezTo>
                        <a:cubicBezTo>
                          <a:pt x="819" y="878"/>
                          <a:pt x="818" y="877"/>
                          <a:pt x="817" y="876"/>
                        </a:cubicBezTo>
                        <a:cubicBezTo>
                          <a:pt x="712" y="744"/>
                          <a:pt x="712" y="744"/>
                          <a:pt x="712" y="744"/>
                        </a:cubicBezTo>
                        <a:cubicBezTo>
                          <a:pt x="710" y="742"/>
                          <a:pt x="708" y="741"/>
                          <a:pt x="705" y="741"/>
                        </a:cubicBezTo>
                        <a:cubicBezTo>
                          <a:pt x="642" y="741"/>
                          <a:pt x="642" y="741"/>
                          <a:pt x="642" y="741"/>
                        </a:cubicBezTo>
                        <a:cubicBezTo>
                          <a:pt x="547" y="741"/>
                          <a:pt x="469" y="818"/>
                          <a:pt x="469" y="913"/>
                        </a:cubicBezTo>
                        <a:cubicBezTo>
                          <a:pt x="469" y="919"/>
                          <a:pt x="470" y="925"/>
                          <a:pt x="470" y="931"/>
                        </a:cubicBezTo>
                        <a:cubicBezTo>
                          <a:pt x="521" y="1373"/>
                          <a:pt x="521" y="1373"/>
                          <a:pt x="521" y="1373"/>
                        </a:cubicBezTo>
                        <a:cubicBezTo>
                          <a:pt x="527" y="1428"/>
                          <a:pt x="564" y="1475"/>
                          <a:pt x="616" y="1494"/>
                        </a:cubicBezTo>
                        <a:cubicBezTo>
                          <a:pt x="700" y="2267"/>
                          <a:pt x="700" y="2267"/>
                          <a:pt x="700" y="2267"/>
                        </a:cubicBezTo>
                        <a:cubicBezTo>
                          <a:pt x="704" y="2301"/>
                          <a:pt x="733" y="2327"/>
                          <a:pt x="767" y="2327"/>
                        </a:cubicBezTo>
                        <a:cubicBezTo>
                          <a:pt x="900" y="2327"/>
                          <a:pt x="900" y="2327"/>
                          <a:pt x="900" y="2327"/>
                        </a:cubicBezTo>
                        <a:cubicBezTo>
                          <a:pt x="934" y="2327"/>
                          <a:pt x="963" y="2301"/>
                          <a:pt x="967" y="2267"/>
                        </a:cubicBezTo>
                        <a:cubicBezTo>
                          <a:pt x="1051" y="1495"/>
                          <a:pt x="1051" y="1495"/>
                          <a:pt x="1051" y="1495"/>
                        </a:cubicBezTo>
                        <a:cubicBezTo>
                          <a:pt x="1105" y="1477"/>
                          <a:pt x="1143" y="1429"/>
                          <a:pt x="1149" y="1373"/>
                        </a:cubicBezTo>
                        <a:close/>
                      </a:path>
                    </a:pathLst>
                  </a:custGeom>
                  <a:solidFill>
                    <a:srgbClr val="00B0F0"/>
                  </a:solidFill>
                  <a:ln>
                    <a:noFill/>
                  </a:ln>
                </p:spPr>
                <p:txBody>
                  <a:bodyPr vert="horz" wrap="square" lIns="68580" tIns="34290" rIns="68580" bIns="3429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IN" sz="1350">
                      <a:solidFill>
                        <a:srgbClr val="000000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92C1A19-218C-E7C5-AC67-0CA2D30C20F2}"/>
                    </a:ext>
                  </a:extLst>
                </p:cNvPr>
                <p:cNvGrpSpPr/>
                <p:nvPr/>
              </p:nvGrpSpPr>
              <p:grpSpPr>
                <a:xfrm>
                  <a:off x="2849188" y="2270152"/>
                  <a:ext cx="2700409" cy="881138"/>
                  <a:chOff x="2849188" y="2270152"/>
                  <a:chExt cx="2700409" cy="881138"/>
                </a:xfrm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81CE5917-8976-4823-0D1A-3BF3101EA7D3}"/>
                      </a:ext>
                    </a:extLst>
                  </p:cNvPr>
                  <p:cNvGrpSpPr/>
                  <p:nvPr/>
                </p:nvGrpSpPr>
                <p:grpSpPr>
                  <a:xfrm>
                    <a:off x="2849188" y="2270152"/>
                    <a:ext cx="2700409" cy="881138"/>
                    <a:chOff x="2849188" y="2270152"/>
                    <a:chExt cx="2700409" cy="881138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0228DBFC-0A62-B0D1-7E9B-06AEB8DC3710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49188" y="2270152"/>
                      <a:ext cx="2591084" cy="881138"/>
                      <a:chOff x="5359616" y="2197216"/>
                      <a:chExt cx="3091242" cy="1051226"/>
                    </a:xfrm>
                  </p:grpSpPr>
                  <p:sp>
                    <p:nvSpPr>
                      <p:cNvPr id="36" name="Rectangle 143">
                        <a:extLst>
                          <a:ext uri="{FF2B5EF4-FFF2-40B4-BE49-F238E27FC236}">
                            <a16:creationId xmlns:a16="http://schemas.microsoft.com/office/drawing/2014/main" id="{1A95FCF7-0479-B342-A855-32CBC2A37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2379221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4CC87B7D-ED90-F99C-325F-F72A5793583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9630" y="2197216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38" name="Donut 85">
                          <a:extLst>
                            <a:ext uri="{FF2B5EF4-FFF2-40B4-BE49-F238E27FC236}">
                              <a16:creationId xmlns:a16="http://schemas.microsoft.com/office/drawing/2014/main" id="{672AB6EA-5560-2A51-DFE7-BB8C7A092C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FF6319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39" name="Oval 38">
                          <a:extLst>
                            <a:ext uri="{FF2B5EF4-FFF2-40B4-BE49-F238E27FC236}">
                              <a16:creationId xmlns:a16="http://schemas.microsoft.com/office/drawing/2014/main" id="{0FF017F7-EE90-F54D-130B-C216262EBA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6036523B-78DD-49C8-88FD-FF0E1CB413E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5" y="2504341"/>
                      <a:ext cx="1708702" cy="4127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Risks</a:t>
                      </a:r>
                    </a:p>
                  </p:txBody>
                </p:sp>
              </p:grpSp>
              <p:grpSp>
                <p:nvGrpSpPr>
                  <p:cNvPr id="26" name="Group 17">
                    <a:extLst>
                      <a:ext uri="{FF2B5EF4-FFF2-40B4-BE49-F238E27FC236}">
                        <a16:creationId xmlns:a16="http://schemas.microsoft.com/office/drawing/2014/main" id="{0A9C1473-A650-744E-D09C-7ED6DA55EE9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04723" y="2499662"/>
                    <a:ext cx="370069" cy="336973"/>
                    <a:chOff x="1822" y="1664"/>
                    <a:chExt cx="1666" cy="1517"/>
                  </a:xfrm>
                  <a:solidFill>
                    <a:srgbClr val="FF6319"/>
                  </a:solidFill>
                </p:grpSpPr>
                <p:sp>
                  <p:nvSpPr>
                    <p:cNvPr id="27" name="Oval 18">
                      <a:extLst>
                        <a:ext uri="{FF2B5EF4-FFF2-40B4-BE49-F238E27FC236}">
                          <a16:creationId xmlns:a16="http://schemas.microsoft.com/office/drawing/2014/main" id="{218634DF-B863-E4E4-27A4-34357D0829A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1" y="1664"/>
                      <a:ext cx="260" cy="261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28" name="Freeform 19">
                      <a:extLst>
                        <a:ext uri="{FF2B5EF4-FFF2-40B4-BE49-F238E27FC236}">
                          <a16:creationId xmlns:a16="http://schemas.microsoft.com/office/drawing/2014/main" id="{26526449-1AAE-C17B-649F-BB7A9BDB64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436" y="1933"/>
                      <a:ext cx="446" cy="365"/>
                    </a:xfrm>
                    <a:custGeom>
                      <a:avLst/>
                      <a:gdLst>
                        <a:gd name="T0" fmla="*/ 89 w 629"/>
                        <a:gd name="T1" fmla="*/ 478 h 514"/>
                        <a:gd name="T2" fmla="*/ 317 w 629"/>
                        <a:gd name="T3" fmla="*/ 514 h 514"/>
                        <a:gd name="T4" fmla="*/ 546 w 629"/>
                        <a:gd name="T5" fmla="*/ 478 h 514"/>
                        <a:gd name="T6" fmla="*/ 610 w 629"/>
                        <a:gd name="T7" fmla="*/ 393 h 514"/>
                        <a:gd name="T8" fmla="*/ 624 w 629"/>
                        <a:gd name="T9" fmla="*/ 88 h 514"/>
                        <a:gd name="T10" fmla="*/ 546 w 629"/>
                        <a:gd name="T11" fmla="*/ 0 h 514"/>
                        <a:gd name="T12" fmla="*/ 462 w 629"/>
                        <a:gd name="T13" fmla="*/ 0 h 514"/>
                        <a:gd name="T14" fmla="*/ 431 w 629"/>
                        <a:gd name="T15" fmla="*/ 24 h 514"/>
                        <a:gd name="T16" fmla="*/ 350 w 629"/>
                        <a:gd name="T17" fmla="*/ 381 h 514"/>
                        <a:gd name="T18" fmla="*/ 339 w 629"/>
                        <a:gd name="T19" fmla="*/ 88 h 514"/>
                        <a:gd name="T20" fmla="*/ 360 w 629"/>
                        <a:gd name="T21" fmla="*/ 59 h 514"/>
                        <a:gd name="T22" fmla="*/ 360 w 629"/>
                        <a:gd name="T23" fmla="*/ 45 h 514"/>
                        <a:gd name="T24" fmla="*/ 329 w 629"/>
                        <a:gd name="T25" fmla="*/ 14 h 514"/>
                        <a:gd name="T26" fmla="*/ 300 w 629"/>
                        <a:gd name="T27" fmla="*/ 14 h 514"/>
                        <a:gd name="T28" fmla="*/ 270 w 629"/>
                        <a:gd name="T29" fmla="*/ 45 h 514"/>
                        <a:gd name="T30" fmla="*/ 270 w 629"/>
                        <a:gd name="T31" fmla="*/ 59 h 514"/>
                        <a:gd name="T32" fmla="*/ 291 w 629"/>
                        <a:gd name="T33" fmla="*/ 88 h 514"/>
                        <a:gd name="T34" fmla="*/ 279 w 629"/>
                        <a:gd name="T35" fmla="*/ 381 h 514"/>
                        <a:gd name="T36" fmla="*/ 198 w 629"/>
                        <a:gd name="T37" fmla="*/ 24 h 514"/>
                        <a:gd name="T38" fmla="*/ 167 w 629"/>
                        <a:gd name="T39" fmla="*/ 0 h 514"/>
                        <a:gd name="T40" fmla="*/ 84 w 629"/>
                        <a:gd name="T41" fmla="*/ 0 h 514"/>
                        <a:gd name="T42" fmla="*/ 5 w 629"/>
                        <a:gd name="T43" fmla="*/ 88 h 514"/>
                        <a:gd name="T44" fmla="*/ 20 w 629"/>
                        <a:gd name="T45" fmla="*/ 393 h 514"/>
                        <a:gd name="T46" fmla="*/ 89 w 629"/>
                        <a:gd name="T47" fmla="*/ 478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29" h="514">
                          <a:moveTo>
                            <a:pt x="89" y="478"/>
                          </a:moveTo>
                          <a:cubicBezTo>
                            <a:pt x="160" y="502"/>
                            <a:pt x="236" y="514"/>
                            <a:pt x="317" y="514"/>
                          </a:cubicBezTo>
                          <a:cubicBezTo>
                            <a:pt x="398" y="514"/>
                            <a:pt x="474" y="502"/>
                            <a:pt x="546" y="478"/>
                          </a:cubicBezTo>
                          <a:cubicBezTo>
                            <a:pt x="584" y="467"/>
                            <a:pt x="610" y="433"/>
                            <a:pt x="610" y="393"/>
                          </a:cubicBezTo>
                          <a:cubicBezTo>
                            <a:pt x="624" y="88"/>
                            <a:pt x="624" y="88"/>
                            <a:pt x="624" y="88"/>
                          </a:cubicBezTo>
                          <a:cubicBezTo>
                            <a:pt x="629" y="40"/>
                            <a:pt x="591" y="0"/>
                            <a:pt x="546" y="0"/>
                          </a:cubicBezTo>
                          <a:cubicBezTo>
                            <a:pt x="462" y="0"/>
                            <a:pt x="462" y="0"/>
                            <a:pt x="462" y="0"/>
                          </a:cubicBezTo>
                          <a:cubicBezTo>
                            <a:pt x="448" y="0"/>
                            <a:pt x="436" y="9"/>
                            <a:pt x="431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9" y="88"/>
                            <a:pt x="339" y="88"/>
                            <a:pt x="339" y="88"/>
                          </a:cubicBezTo>
                          <a:cubicBezTo>
                            <a:pt x="350" y="83"/>
                            <a:pt x="360" y="74"/>
                            <a:pt x="360" y="59"/>
                          </a:cubicBezTo>
                          <a:cubicBezTo>
                            <a:pt x="360" y="45"/>
                            <a:pt x="360" y="45"/>
                            <a:pt x="360" y="45"/>
                          </a:cubicBezTo>
                          <a:cubicBezTo>
                            <a:pt x="360" y="28"/>
                            <a:pt x="346" y="14"/>
                            <a:pt x="329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4" y="14"/>
                            <a:pt x="270" y="28"/>
                            <a:pt x="270" y="45"/>
                          </a:cubicBezTo>
                          <a:cubicBezTo>
                            <a:pt x="270" y="59"/>
                            <a:pt x="270" y="59"/>
                            <a:pt x="270" y="59"/>
                          </a:cubicBezTo>
                          <a:cubicBezTo>
                            <a:pt x="270" y="74"/>
                            <a:pt x="279" y="83"/>
                            <a:pt x="291" y="88"/>
                          </a:cubicBezTo>
                          <a:cubicBezTo>
                            <a:pt x="279" y="381"/>
                            <a:pt x="279" y="381"/>
                            <a:pt x="279" y="381"/>
                          </a:cubicBezTo>
                          <a:cubicBezTo>
                            <a:pt x="198" y="24"/>
                            <a:pt x="198" y="24"/>
                            <a:pt x="198" y="24"/>
                          </a:cubicBezTo>
                          <a:cubicBezTo>
                            <a:pt x="196" y="9"/>
                            <a:pt x="181" y="0"/>
                            <a:pt x="167" y="0"/>
                          </a:cubicBezTo>
                          <a:cubicBezTo>
                            <a:pt x="84" y="0"/>
                            <a:pt x="84" y="0"/>
                            <a:pt x="84" y="0"/>
                          </a:cubicBezTo>
                          <a:cubicBezTo>
                            <a:pt x="36" y="0"/>
                            <a:pt x="0" y="40"/>
                            <a:pt x="5" y="88"/>
                          </a:cubicBezTo>
                          <a:cubicBezTo>
                            <a:pt x="20" y="393"/>
                            <a:pt x="20" y="393"/>
                            <a:pt x="20" y="393"/>
                          </a:cubicBezTo>
                          <a:cubicBezTo>
                            <a:pt x="24" y="433"/>
                            <a:pt x="50" y="467"/>
                            <a:pt x="89" y="478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29" name="Oval 20">
                      <a:extLst>
                        <a:ext uri="{FF2B5EF4-FFF2-40B4-BE49-F238E27FC236}">
                          <a16:creationId xmlns:a16="http://schemas.microsoft.com/office/drawing/2014/main" id="{AE95AA12-841B-668D-AFF4-4C8C5FB735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16" y="2546"/>
                      <a:ext cx="261" cy="260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0" name="Freeform 21">
                      <a:extLst>
                        <a:ext uri="{FF2B5EF4-FFF2-40B4-BE49-F238E27FC236}">
                          <a16:creationId xmlns:a16="http://schemas.microsoft.com/office/drawing/2014/main" id="{137748A7-2C97-83AE-3379-81BAB28230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22" y="2816"/>
                      <a:ext cx="447" cy="365"/>
                    </a:xfrm>
                    <a:custGeom>
                      <a:avLst/>
                      <a:gdLst>
                        <a:gd name="T0" fmla="*/ 545 w 629"/>
                        <a:gd name="T1" fmla="*/ 0 h 514"/>
                        <a:gd name="T2" fmla="*/ 462 w 629"/>
                        <a:gd name="T3" fmla="*/ 0 h 514"/>
                        <a:gd name="T4" fmla="*/ 431 w 629"/>
                        <a:gd name="T5" fmla="*/ 24 h 514"/>
                        <a:gd name="T6" fmla="*/ 350 w 629"/>
                        <a:gd name="T7" fmla="*/ 381 h 514"/>
                        <a:gd name="T8" fmla="*/ 338 w 629"/>
                        <a:gd name="T9" fmla="*/ 88 h 514"/>
                        <a:gd name="T10" fmla="*/ 360 w 629"/>
                        <a:gd name="T11" fmla="*/ 60 h 514"/>
                        <a:gd name="T12" fmla="*/ 360 w 629"/>
                        <a:gd name="T13" fmla="*/ 45 h 514"/>
                        <a:gd name="T14" fmla="*/ 329 w 629"/>
                        <a:gd name="T15" fmla="*/ 14 h 514"/>
                        <a:gd name="T16" fmla="*/ 300 w 629"/>
                        <a:gd name="T17" fmla="*/ 14 h 514"/>
                        <a:gd name="T18" fmla="*/ 269 w 629"/>
                        <a:gd name="T19" fmla="*/ 45 h 514"/>
                        <a:gd name="T20" fmla="*/ 269 w 629"/>
                        <a:gd name="T21" fmla="*/ 60 h 514"/>
                        <a:gd name="T22" fmla="*/ 291 w 629"/>
                        <a:gd name="T23" fmla="*/ 88 h 514"/>
                        <a:gd name="T24" fmla="*/ 279 w 629"/>
                        <a:gd name="T25" fmla="*/ 381 h 514"/>
                        <a:gd name="T26" fmla="*/ 198 w 629"/>
                        <a:gd name="T27" fmla="*/ 24 h 514"/>
                        <a:gd name="T28" fmla="*/ 167 w 629"/>
                        <a:gd name="T29" fmla="*/ 0 h 514"/>
                        <a:gd name="T30" fmla="*/ 83 w 629"/>
                        <a:gd name="T31" fmla="*/ 0 h 514"/>
                        <a:gd name="T32" fmla="*/ 5 w 629"/>
                        <a:gd name="T33" fmla="*/ 88 h 514"/>
                        <a:gd name="T34" fmla="*/ 19 w 629"/>
                        <a:gd name="T35" fmla="*/ 393 h 514"/>
                        <a:gd name="T36" fmla="*/ 83 w 629"/>
                        <a:gd name="T37" fmla="*/ 479 h 514"/>
                        <a:gd name="T38" fmla="*/ 312 w 629"/>
                        <a:gd name="T39" fmla="*/ 514 h 514"/>
                        <a:gd name="T40" fmla="*/ 541 w 629"/>
                        <a:gd name="T41" fmla="*/ 479 h 514"/>
                        <a:gd name="T42" fmla="*/ 605 w 629"/>
                        <a:gd name="T43" fmla="*/ 393 h 514"/>
                        <a:gd name="T44" fmla="*/ 619 w 629"/>
                        <a:gd name="T45" fmla="*/ 88 h 514"/>
                        <a:gd name="T46" fmla="*/ 545 w 629"/>
                        <a:gd name="T47" fmla="*/ 0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29" h="514">
                          <a:moveTo>
                            <a:pt x="545" y="0"/>
                          </a:moveTo>
                          <a:cubicBezTo>
                            <a:pt x="462" y="0"/>
                            <a:pt x="462" y="0"/>
                            <a:pt x="462" y="0"/>
                          </a:cubicBezTo>
                          <a:cubicBezTo>
                            <a:pt x="448" y="0"/>
                            <a:pt x="436" y="10"/>
                            <a:pt x="431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8" y="88"/>
                            <a:pt x="338" y="88"/>
                            <a:pt x="338" y="88"/>
                          </a:cubicBezTo>
                          <a:cubicBezTo>
                            <a:pt x="350" y="84"/>
                            <a:pt x="360" y="74"/>
                            <a:pt x="360" y="60"/>
                          </a:cubicBezTo>
                          <a:cubicBezTo>
                            <a:pt x="360" y="45"/>
                            <a:pt x="360" y="45"/>
                            <a:pt x="360" y="45"/>
                          </a:cubicBezTo>
                          <a:cubicBezTo>
                            <a:pt x="360" y="29"/>
                            <a:pt x="345" y="14"/>
                            <a:pt x="329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3" y="14"/>
                            <a:pt x="269" y="29"/>
                            <a:pt x="269" y="45"/>
                          </a:cubicBezTo>
                          <a:cubicBezTo>
                            <a:pt x="269" y="60"/>
                            <a:pt x="269" y="60"/>
                            <a:pt x="269" y="60"/>
                          </a:cubicBezTo>
                          <a:cubicBezTo>
                            <a:pt x="269" y="74"/>
                            <a:pt x="279" y="84"/>
                            <a:pt x="291" y="88"/>
                          </a:cubicBezTo>
                          <a:cubicBezTo>
                            <a:pt x="279" y="381"/>
                            <a:pt x="279" y="381"/>
                            <a:pt x="279" y="381"/>
                          </a:cubicBezTo>
                          <a:cubicBezTo>
                            <a:pt x="198" y="24"/>
                            <a:pt x="198" y="24"/>
                            <a:pt x="198" y="24"/>
                          </a:cubicBezTo>
                          <a:cubicBezTo>
                            <a:pt x="195" y="10"/>
                            <a:pt x="181" y="0"/>
                            <a:pt x="167" y="0"/>
                          </a:cubicBezTo>
                          <a:cubicBezTo>
                            <a:pt x="83" y="0"/>
                            <a:pt x="83" y="0"/>
                            <a:pt x="83" y="0"/>
                          </a:cubicBezTo>
                          <a:cubicBezTo>
                            <a:pt x="36" y="0"/>
                            <a:pt x="0" y="41"/>
                            <a:pt x="5" y="88"/>
                          </a:cubicBezTo>
                          <a:cubicBezTo>
                            <a:pt x="19" y="393"/>
                            <a:pt x="19" y="393"/>
                            <a:pt x="19" y="393"/>
                          </a:cubicBezTo>
                          <a:cubicBezTo>
                            <a:pt x="22" y="434"/>
                            <a:pt x="48" y="467"/>
                            <a:pt x="83" y="479"/>
                          </a:cubicBezTo>
                          <a:cubicBezTo>
                            <a:pt x="155" y="503"/>
                            <a:pt x="231" y="514"/>
                            <a:pt x="312" y="514"/>
                          </a:cubicBezTo>
                          <a:cubicBezTo>
                            <a:pt x="393" y="514"/>
                            <a:pt x="469" y="503"/>
                            <a:pt x="541" y="479"/>
                          </a:cubicBezTo>
                          <a:cubicBezTo>
                            <a:pt x="579" y="467"/>
                            <a:pt x="605" y="434"/>
                            <a:pt x="605" y="393"/>
                          </a:cubicBezTo>
                          <a:cubicBezTo>
                            <a:pt x="619" y="88"/>
                            <a:pt x="619" y="88"/>
                            <a:pt x="619" y="88"/>
                          </a:cubicBezTo>
                          <a:cubicBezTo>
                            <a:pt x="629" y="43"/>
                            <a:pt x="593" y="0"/>
                            <a:pt x="545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1" name="Oval 22">
                      <a:extLst>
                        <a:ext uri="{FF2B5EF4-FFF2-40B4-BE49-F238E27FC236}">
                          <a16:creationId xmlns:a16="http://schemas.microsoft.com/office/drawing/2014/main" id="{A857A96F-076F-D33A-CAB2-13C8A366C98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5" y="2546"/>
                      <a:ext cx="260" cy="260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2" name="Freeform 23">
                      <a:extLst>
                        <a:ext uri="{FF2B5EF4-FFF2-40B4-BE49-F238E27FC236}">
                          <a16:creationId xmlns:a16="http://schemas.microsoft.com/office/drawing/2014/main" id="{271EE4FA-323D-C3C9-9151-DD4400CB9A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40" y="2816"/>
                      <a:ext cx="448" cy="365"/>
                    </a:xfrm>
                    <a:custGeom>
                      <a:avLst/>
                      <a:gdLst>
                        <a:gd name="T0" fmla="*/ 545 w 631"/>
                        <a:gd name="T1" fmla="*/ 0 h 514"/>
                        <a:gd name="T2" fmla="*/ 461 w 631"/>
                        <a:gd name="T3" fmla="*/ 0 h 514"/>
                        <a:gd name="T4" fmla="*/ 430 w 631"/>
                        <a:gd name="T5" fmla="*/ 24 h 514"/>
                        <a:gd name="T6" fmla="*/ 350 w 631"/>
                        <a:gd name="T7" fmla="*/ 381 h 514"/>
                        <a:gd name="T8" fmla="*/ 338 w 631"/>
                        <a:gd name="T9" fmla="*/ 88 h 514"/>
                        <a:gd name="T10" fmla="*/ 359 w 631"/>
                        <a:gd name="T11" fmla="*/ 60 h 514"/>
                        <a:gd name="T12" fmla="*/ 359 w 631"/>
                        <a:gd name="T13" fmla="*/ 45 h 514"/>
                        <a:gd name="T14" fmla="*/ 328 w 631"/>
                        <a:gd name="T15" fmla="*/ 14 h 514"/>
                        <a:gd name="T16" fmla="*/ 300 w 631"/>
                        <a:gd name="T17" fmla="*/ 14 h 514"/>
                        <a:gd name="T18" fmla="*/ 269 w 631"/>
                        <a:gd name="T19" fmla="*/ 45 h 514"/>
                        <a:gd name="T20" fmla="*/ 269 w 631"/>
                        <a:gd name="T21" fmla="*/ 60 h 514"/>
                        <a:gd name="T22" fmla="*/ 290 w 631"/>
                        <a:gd name="T23" fmla="*/ 88 h 514"/>
                        <a:gd name="T24" fmla="*/ 278 w 631"/>
                        <a:gd name="T25" fmla="*/ 381 h 514"/>
                        <a:gd name="T26" fmla="*/ 197 w 631"/>
                        <a:gd name="T27" fmla="*/ 24 h 514"/>
                        <a:gd name="T28" fmla="*/ 166 w 631"/>
                        <a:gd name="T29" fmla="*/ 0 h 514"/>
                        <a:gd name="T30" fmla="*/ 83 w 631"/>
                        <a:gd name="T31" fmla="*/ 0 h 514"/>
                        <a:gd name="T32" fmla="*/ 4 w 631"/>
                        <a:gd name="T33" fmla="*/ 88 h 514"/>
                        <a:gd name="T34" fmla="*/ 19 w 631"/>
                        <a:gd name="T35" fmla="*/ 393 h 514"/>
                        <a:gd name="T36" fmla="*/ 83 w 631"/>
                        <a:gd name="T37" fmla="*/ 479 h 514"/>
                        <a:gd name="T38" fmla="*/ 311 w 631"/>
                        <a:gd name="T39" fmla="*/ 514 h 514"/>
                        <a:gd name="T40" fmla="*/ 540 w 631"/>
                        <a:gd name="T41" fmla="*/ 479 h 514"/>
                        <a:gd name="T42" fmla="*/ 604 w 631"/>
                        <a:gd name="T43" fmla="*/ 393 h 514"/>
                        <a:gd name="T44" fmla="*/ 619 w 631"/>
                        <a:gd name="T45" fmla="*/ 88 h 514"/>
                        <a:gd name="T46" fmla="*/ 545 w 631"/>
                        <a:gd name="T47" fmla="*/ 0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31" h="514">
                          <a:moveTo>
                            <a:pt x="545" y="0"/>
                          </a:moveTo>
                          <a:cubicBezTo>
                            <a:pt x="461" y="0"/>
                            <a:pt x="461" y="0"/>
                            <a:pt x="461" y="0"/>
                          </a:cubicBezTo>
                          <a:cubicBezTo>
                            <a:pt x="447" y="0"/>
                            <a:pt x="435" y="10"/>
                            <a:pt x="430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8" y="88"/>
                            <a:pt x="338" y="88"/>
                            <a:pt x="338" y="88"/>
                          </a:cubicBezTo>
                          <a:cubicBezTo>
                            <a:pt x="350" y="84"/>
                            <a:pt x="359" y="74"/>
                            <a:pt x="359" y="60"/>
                          </a:cubicBezTo>
                          <a:cubicBezTo>
                            <a:pt x="359" y="45"/>
                            <a:pt x="359" y="45"/>
                            <a:pt x="359" y="45"/>
                          </a:cubicBezTo>
                          <a:cubicBezTo>
                            <a:pt x="359" y="29"/>
                            <a:pt x="345" y="14"/>
                            <a:pt x="328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3" y="14"/>
                            <a:pt x="269" y="29"/>
                            <a:pt x="269" y="45"/>
                          </a:cubicBezTo>
                          <a:cubicBezTo>
                            <a:pt x="269" y="60"/>
                            <a:pt x="269" y="60"/>
                            <a:pt x="269" y="60"/>
                          </a:cubicBezTo>
                          <a:cubicBezTo>
                            <a:pt x="269" y="74"/>
                            <a:pt x="278" y="84"/>
                            <a:pt x="290" y="88"/>
                          </a:cubicBezTo>
                          <a:cubicBezTo>
                            <a:pt x="278" y="381"/>
                            <a:pt x="278" y="381"/>
                            <a:pt x="278" y="381"/>
                          </a:cubicBezTo>
                          <a:cubicBezTo>
                            <a:pt x="197" y="24"/>
                            <a:pt x="197" y="24"/>
                            <a:pt x="197" y="24"/>
                          </a:cubicBezTo>
                          <a:cubicBezTo>
                            <a:pt x="195" y="10"/>
                            <a:pt x="180" y="0"/>
                            <a:pt x="166" y="0"/>
                          </a:cubicBezTo>
                          <a:cubicBezTo>
                            <a:pt x="83" y="0"/>
                            <a:pt x="83" y="0"/>
                            <a:pt x="83" y="0"/>
                          </a:cubicBezTo>
                          <a:cubicBezTo>
                            <a:pt x="35" y="0"/>
                            <a:pt x="0" y="41"/>
                            <a:pt x="4" y="88"/>
                          </a:cubicBezTo>
                          <a:cubicBezTo>
                            <a:pt x="19" y="393"/>
                            <a:pt x="19" y="393"/>
                            <a:pt x="19" y="393"/>
                          </a:cubicBezTo>
                          <a:cubicBezTo>
                            <a:pt x="21" y="434"/>
                            <a:pt x="47" y="467"/>
                            <a:pt x="83" y="479"/>
                          </a:cubicBezTo>
                          <a:cubicBezTo>
                            <a:pt x="154" y="503"/>
                            <a:pt x="230" y="514"/>
                            <a:pt x="311" y="514"/>
                          </a:cubicBezTo>
                          <a:cubicBezTo>
                            <a:pt x="392" y="514"/>
                            <a:pt x="469" y="503"/>
                            <a:pt x="540" y="479"/>
                          </a:cubicBezTo>
                          <a:cubicBezTo>
                            <a:pt x="578" y="467"/>
                            <a:pt x="604" y="434"/>
                            <a:pt x="604" y="393"/>
                          </a:cubicBezTo>
                          <a:cubicBezTo>
                            <a:pt x="619" y="88"/>
                            <a:pt x="619" y="88"/>
                            <a:pt x="619" y="88"/>
                          </a:cubicBezTo>
                          <a:cubicBezTo>
                            <a:pt x="631" y="43"/>
                            <a:pt x="592" y="0"/>
                            <a:pt x="545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3" name="Freeform 24">
                      <a:extLst>
                        <a:ext uri="{FF2B5EF4-FFF2-40B4-BE49-F238E27FC236}">
                          <a16:creationId xmlns:a16="http://schemas.microsoft.com/office/drawing/2014/main" id="{C7DE71A3-AE73-5C70-A0C2-FB4ED5789F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350" y="2371"/>
                      <a:ext cx="622" cy="538"/>
                    </a:xfrm>
                    <a:custGeom>
                      <a:avLst/>
                      <a:gdLst>
                        <a:gd name="T0" fmla="*/ 836 w 876"/>
                        <a:gd name="T1" fmla="*/ 642 h 759"/>
                        <a:gd name="T2" fmla="*/ 500 w 876"/>
                        <a:gd name="T3" fmla="*/ 450 h 759"/>
                        <a:gd name="T4" fmla="*/ 500 w 876"/>
                        <a:gd name="T5" fmla="*/ 61 h 759"/>
                        <a:gd name="T6" fmla="*/ 438 w 876"/>
                        <a:gd name="T7" fmla="*/ 0 h 759"/>
                        <a:gd name="T8" fmla="*/ 376 w 876"/>
                        <a:gd name="T9" fmla="*/ 61 h 759"/>
                        <a:gd name="T10" fmla="*/ 376 w 876"/>
                        <a:gd name="T11" fmla="*/ 450 h 759"/>
                        <a:gd name="T12" fmla="*/ 40 w 876"/>
                        <a:gd name="T13" fmla="*/ 642 h 759"/>
                        <a:gd name="T14" fmla="*/ 17 w 876"/>
                        <a:gd name="T15" fmla="*/ 728 h 759"/>
                        <a:gd name="T16" fmla="*/ 71 w 876"/>
                        <a:gd name="T17" fmla="*/ 759 h 759"/>
                        <a:gd name="T18" fmla="*/ 102 w 876"/>
                        <a:gd name="T19" fmla="*/ 750 h 759"/>
                        <a:gd name="T20" fmla="*/ 438 w 876"/>
                        <a:gd name="T21" fmla="*/ 557 h 759"/>
                        <a:gd name="T22" fmla="*/ 774 w 876"/>
                        <a:gd name="T23" fmla="*/ 750 h 759"/>
                        <a:gd name="T24" fmla="*/ 805 w 876"/>
                        <a:gd name="T25" fmla="*/ 759 h 759"/>
                        <a:gd name="T26" fmla="*/ 860 w 876"/>
                        <a:gd name="T27" fmla="*/ 728 h 759"/>
                        <a:gd name="T28" fmla="*/ 836 w 876"/>
                        <a:gd name="T29" fmla="*/ 642 h 7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876" h="759">
                          <a:moveTo>
                            <a:pt x="836" y="642"/>
                          </a:moveTo>
                          <a:cubicBezTo>
                            <a:pt x="500" y="450"/>
                            <a:pt x="500" y="450"/>
                            <a:pt x="500" y="450"/>
                          </a:cubicBezTo>
                          <a:cubicBezTo>
                            <a:pt x="500" y="61"/>
                            <a:pt x="500" y="61"/>
                            <a:pt x="500" y="61"/>
                          </a:cubicBezTo>
                          <a:cubicBezTo>
                            <a:pt x="500" y="28"/>
                            <a:pt x="471" y="0"/>
                            <a:pt x="438" y="0"/>
                          </a:cubicBezTo>
                          <a:cubicBezTo>
                            <a:pt x="405" y="0"/>
                            <a:pt x="376" y="28"/>
                            <a:pt x="376" y="61"/>
                          </a:cubicBezTo>
                          <a:cubicBezTo>
                            <a:pt x="376" y="450"/>
                            <a:pt x="376" y="450"/>
                            <a:pt x="376" y="450"/>
                          </a:cubicBezTo>
                          <a:cubicBezTo>
                            <a:pt x="40" y="642"/>
                            <a:pt x="40" y="642"/>
                            <a:pt x="40" y="642"/>
                          </a:cubicBezTo>
                          <a:cubicBezTo>
                            <a:pt x="12" y="659"/>
                            <a:pt x="0" y="697"/>
                            <a:pt x="17" y="728"/>
                          </a:cubicBezTo>
                          <a:cubicBezTo>
                            <a:pt x="29" y="747"/>
                            <a:pt x="50" y="759"/>
                            <a:pt x="71" y="759"/>
                          </a:cubicBezTo>
                          <a:cubicBezTo>
                            <a:pt x="81" y="759"/>
                            <a:pt x="93" y="757"/>
                            <a:pt x="102" y="750"/>
                          </a:cubicBezTo>
                          <a:cubicBezTo>
                            <a:pt x="438" y="557"/>
                            <a:pt x="438" y="557"/>
                            <a:pt x="438" y="557"/>
                          </a:cubicBezTo>
                          <a:cubicBezTo>
                            <a:pt x="774" y="750"/>
                            <a:pt x="774" y="750"/>
                            <a:pt x="774" y="750"/>
                          </a:cubicBezTo>
                          <a:cubicBezTo>
                            <a:pt x="783" y="754"/>
                            <a:pt x="795" y="759"/>
                            <a:pt x="805" y="759"/>
                          </a:cubicBezTo>
                          <a:cubicBezTo>
                            <a:pt x="826" y="759"/>
                            <a:pt x="848" y="747"/>
                            <a:pt x="860" y="728"/>
                          </a:cubicBezTo>
                          <a:cubicBezTo>
                            <a:pt x="876" y="697"/>
                            <a:pt x="867" y="659"/>
                            <a:pt x="836" y="642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2D9C2A5-B278-8FB9-E002-A84DD5BE9CB5}"/>
                  </a:ext>
                </a:extLst>
              </p:cNvPr>
              <p:cNvGrpSpPr/>
              <p:nvPr/>
            </p:nvGrpSpPr>
            <p:grpSpPr>
              <a:xfrm>
                <a:off x="399191" y="2683262"/>
                <a:ext cx="2017908" cy="2017907"/>
                <a:chOff x="399191" y="2683262"/>
                <a:chExt cx="2017908" cy="201790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D12FDE81-36A0-FC5C-7FBE-D6C187DDE82C}"/>
                    </a:ext>
                  </a:extLst>
                </p:cNvPr>
                <p:cNvGrpSpPr/>
                <p:nvPr/>
              </p:nvGrpSpPr>
              <p:grpSpPr>
                <a:xfrm flipH="1">
                  <a:off x="399191" y="2683262"/>
                  <a:ext cx="2017908" cy="2017907"/>
                  <a:chOff x="4396042" y="1286485"/>
                  <a:chExt cx="989390" cy="989390"/>
                </a:xfrm>
              </p:grpSpPr>
              <p:sp>
                <p:nvSpPr>
                  <p:cNvPr id="18" name="Donut 69">
                    <a:extLst>
                      <a:ext uri="{FF2B5EF4-FFF2-40B4-BE49-F238E27FC236}">
                        <a16:creationId xmlns:a16="http://schemas.microsoft.com/office/drawing/2014/main" id="{B12916BC-08B3-4A75-5D10-E9CF270F6BF0}"/>
                      </a:ext>
                    </a:extLst>
                  </p:cNvPr>
                  <p:cNvSpPr/>
                  <p:nvPr/>
                </p:nvSpPr>
                <p:spPr>
                  <a:xfrm flipH="1">
                    <a:off x="4396042" y="1286485"/>
                    <a:ext cx="989390" cy="989390"/>
                  </a:xfrm>
                  <a:prstGeom prst="donut">
                    <a:avLst>
                      <a:gd name="adj" fmla="val 10135"/>
                    </a:avLst>
                  </a:prstGeom>
                  <a:blipFill>
                    <a:blip r:embed="rId2">
                      <a:duotone>
                        <a:prstClr val="black"/>
                        <a:srgbClr val="FF0000">
                          <a:tint val="45000"/>
                          <a:satMod val="400000"/>
                        </a:srgbClr>
                      </a:duotone>
                      <a:alphaModFix amt="85000"/>
                    </a:blip>
                    <a:stretch>
                      <a:fillRect/>
                    </a:stretch>
                  </a:blipFill>
                  <a:ln w="57150">
                    <a:solidFill>
                      <a:srgbClr val="C00000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685800">
                      <a:defRPr/>
                    </a:pPr>
                    <a:endParaRPr lang="en-US" sz="1350">
                      <a:solidFill>
                        <a:prstClr val="white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965A1BC-B8A5-FCC7-A8E9-A978130315D1}"/>
                      </a:ext>
                    </a:extLst>
                  </p:cNvPr>
                  <p:cNvSpPr/>
                  <p:nvPr/>
                </p:nvSpPr>
                <p:spPr>
                  <a:xfrm flipH="1">
                    <a:off x="4550930" y="1432173"/>
                    <a:ext cx="679614" cy="679614"/>
                  </a:xfrm>
                  <a:prstGeom prst="ellipse">
                    <a:avLst/>
                  </a:prstGeom>
                  <a:solidFill>
                    <a:srgbClr val="FCA226"/>
                  </a:solidFill>
                  <a:ln>
                    <a:solidFill>
                      <a:srgbClr val="C00000"/>
                    </a:solidFill>
                  </a:ln>
                  <a:effectLst>
                    <a:outerShdw blurRad="50800" dist="508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685800">
                      <a:defRPr/>
                    </a:pPr>
                    <a:endParaRPr lang="en-US" sz="1350">
                      <a:solidFill>
                        <a:srgbClr val="FF0000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B863EE5-F9E1-0CA2-933D-7D9A14B3B183}"/>
                    </a:ext>
                  </a:extLst>
                </p:cNvPr>
                <p:cNvGrpSpPr/>
                <p:nvPr/>
              </p:nvGrpSpPr>
              <p:grpSpPr>
                <a:xfrm flipH="1">
                  <a:off x="1088334" y="3414789"/>
                  <a:ext cx="644943" cy="593045"/>
                  <a:chOff x="5494081" y="5082935"/>
                  <a:chExt cx="1186437" cy="1090956"/>
                </a:xfrm>
                <a:solidFill>
                  <a:schemeClr val="bg2">
                    <a:lumMod val="75000"/>
                    <a:lumOff val="25000"/>
                  </a:schemeClr>
                </a:solidFill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75E3364E-0E4C-AC74-7D7A-8A2CA58BAC43}"/>
                      </a:ext>
                    </a:extLst>
                  </p:cNvPr>
                  <p:cNvGrpSpPr/>
                  <p:nvPr/>
                </p:nvGrpSpPr>
                <p:grpSpPr>
                  <a:xfrm>
                    <a:off x="5494081" y="5082935"/>
                    <a:ext cx="1121351" cy="835700"/>
                    <a:chOff x="756348" y="3334228"/>
                    <a:chExt cx="3910564" cy="2914406"/>
                  </a:xfrm>
                  <a:grpFill/>
                  <a:effectLst/>
                </p:grpSpPr>
                <p:sp>
                  <p:nvSpPr>
                    <p:cNvPr id="15" name="Freeform 24">
                      <a:extLst>
                        <a:ext uri="{FF2B5EF4-FFF2-40B4-BE49-F238E27FC236}">
                          <a16:creationId xmlns:a16="http://schemas.microsoft.com/office/drawing/2014/main" id="{D51F196E-DEE0-AF94-D43B-80460F00E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33460" y="3334228"/>
                      <a:ext cx="2578554" cy="2914406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3548208" h="4010348">
                          <a:moveTo>
                            <a:pt x="1769377" y="53"/>
                          </a:moveTo>
                          <a:cubicBezTo>
                            <a:pt x="2146697" y="-3815"/>
                            <a:pt x="2519895" y="205088"/>
                            <a:pt x="2526784" y="536424"/>
                          </a:cubicBezTo>
                          <a:cubicBezTo>
                            <a:pt x="2561819" y="750051"/>
                            <a:pt x="2535757" y="799185"/>
                            <a:pt x="2509694" y="1008112"/>
                          </a:cubicBezTo>
                          <a:cubicBezTo>
                            <a:pt x="2645989" y="1130307"/>
                            <a:pt x="2633455" y="1335531"/>
                            <a:pt x="2443897" y="1562688"/>
                          </a:cubicBezTo>
                          <a:cubicBezTo>
                            <a:pt x="2443897" y="1698198"/>
                            <a:pt x="2321702" y="1789062"/>
                            <a:pt x="2279405" y="1875225"/>
                          </a:cubicBezTo>
                          <a:cubicBezTo>
                            <a:pt x="2281754" y="1989587"/>
                            <a:pt x="2281362" y="2098856"/>
                            <a:pt x="2457996" y="2248858"/>
                          </a:cubicBezTo>
                          <a:cubicBezTo>
                            <a:pt x="2608782" y="2287239"/>
                            <a:pt x="2871864" y="2271218"/>
                            <a:pt x="3254614" y="2671840"/>
                          </a:cubicBezTo>
                          <a:cubicBezTo>
                            <a:pt x="3375456" y="2871511"/>
                            <a:pt x="3464965" y="3149511"/>
                            <a:pt x="3548208" y="3621769"/>
                          </a:cubicBezTo>
                          <a:cubicBezTo>
                            <a:pt x="2909398" y="4180608"/>
                            <a:pt x="518250" y="4094753"/>
                            <a:pt x="0" y="3630598"/>
                          </a:cubicBezTo>
                          <a:cubicBezTo>
                            <a:pt x="64373" y="3381937"/>
                            <a:pt x="82244" y="2909964"/>
                            <a:pt x="217756" y="2770537"/>
                          </a:cubicBezTo>
                          <a:cubicBezTo>
                            <a:pt x="362928" y="2551735"/>
                            <a:pt x="817505" y="2312564"/>
                            <a:pt x="1116204" y="2230840"/>
                          </a:cubicBezTo>
                          <a:cubicBezTo>
                            <a:pt x="1301195" y="2092196"/>
                            <a:pt x="1321037" y="2045331"/>
                            <a:pt x="1327695" y="1938672"/>
                          </a:cubicBezTo>
                          <a:cubicBezTo>
                            <a:pt x="1253424" y="1751108"/>
                            <a:pt x="1156152" y="1738147"/>
                            <a:pt x="1156152" y="1590887"/>
                          </a:cubicBezTo>
                          <a:cubicBezTo>
                            <a:pt x="839840" y="1390790"/>
                            <a:pt x="951069" y="1053828"/>
                            <a:pt x="1015157" y="994013"/>
                          </a:cubicBezTo>
                          <a:cubicBezTo>
                            <a:pt x="999206" y="727121"/>
                            <a:pt x="992656" y="615321"/>
                            <a:pt x="1051901" y="437726"/>
                          </a:cubicBezTo>
                          <a:cubicBezTo>
                            <a:pt x="1179944" y="134785"/>
                            <a:pt x="1475907" y="3062"/>
                            <a:pt x="1769377" y="53"/>
                          </a:cubicBezTo>
                          <a:close/>
                          <a:moveTo>
                            <a:pt x="2161912" y="2065566"/>
                          </a:moveTo>
                          <a:cubicBezTo>
                            <a:pt x="2089065" y="2139197"/>
                            <a:pt x="1936322" y="2248073"/>
                            <a:pt x="1872874" y="2307604"/>
                          </a:cubicBezTo>
                          <a:cubicBezTo>
                            <a:pt x="1917523" y="2379668"/>
                            <a:pt x="1952771" y="2395334"/>
                            <a:pt x="1964522" y="2432150"/>
                          </a:cubicBezTo>
                          <a:cubicBezTo>
                            <a:pt x="1941022" y="2487764"/>
                            <a:pt x="1896374" y="2585675"/>
                            <a:pt x="1872875" y="2643640"/>
                          </a:cubicBezTo>
                          <a:lnTo>
                            <a:pt x="1941021" y="2911528"/>
                          </a:lnTo>
                          <a:cubicBezTo>
                            <a:pt x="2016218" y="2790900"/>
                            <a:pt x="2079667" y="2656173"/>
                            <a:pt x="2119615" y="2580193"/>
                          </a:cubicBezTo>
                          <a:lnTo>
                            <a:pt x="2258258" y="2737636"/>
                          </a:lnTo>
                          <a:cubicBezTo>
                            <a:pt x="2257476" y="2584109"/>
                            <a:pt x="2287241" y="2486981"/>
                            <a:pt x="2284108" y="2279406"/>
                          </a:cubicBezTo>
                          <a:lnTo>
                            <a:pt x="2161912" y="2065566"/>
                          </a:lnTo>
                          <a:close/>
                          <a:moveTo>
                            <a:pt x="1384094" y="2067915"/>
                          </a:moveTo>
                          <a:lnTo>
                            <a:pt x="1264248" y="2279406"/>
                          </a:lnTo>
                          <a:cubicBezTo>
                            <a:pt x="1263465" y="2432933"/>
                            <a:pt x="1262682" y="2586459"/>
                            <a:pt x="1261899" y="2739986"/>
                          </a:cubicBezTo>
                          <a:lnTo>
                            <a:pt x="1456940" y="2570792"/>
                          </a:lnTo>
                          <a:cubicBezTo>
                            <a:pt x="1496888" y="2646773"/>
                            <a:pt x="1553287" y="2786200"/>
                            <a:pt x="1628484" y="2906828"/>
                          </a:cubicBezTo>
                          <a:lnTo>
                            <a:pt x="1673131" y="2631889"/>
                          </a:lnTo>
                          <a:cubicBezTo>
                            <a:pt x="1649632" y="2573925"/>
                            <a:pt x="1626133" y="2494812"/>
                            <a:pt x="1602634" y="2439198"/>
                          </a:cubicBezTo>
                          <a:cubicBezTo>
                            <a:pt x="1614384" y="2402382"/>
                            <a:pt x="1640233" y="2393767"/>
                            <a:pt x="1684881" y="2321703"/>
                          </a:cubicBezTo>
                          <a:cubicBezTo>
                            <a:pt x="1621434" y="2262173"/>
                            <a:pt x="1456941" y="2141546"/>
                            <a:pt x="1384094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6" name="Freeform 25">
                      <a:extLst>
                        <a:ext uri="{FF2B5EF4-FFF2-40B4-BE49-F238E27FC236}">
                          <a16:creationId xmlns:a16="http://schemas.microsoft.com/office/drawing/2014/main" id="{136E81BC-CC53-D49A-52F2-DD14505D8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084" y="3703218"/>
                      <a:ext cx="1339828" cy="1920569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  <a:gd name="connsiteX0" fmla="*/ 1558876 w 3337707"/>
                        <a:gd name="connsiteY0" fmla="*/ 53 h 3864850"/>
                        <a:gd name="connsiteX1" fmla="*/ 2316283 w 3337707"/>
                        <a:gd name="connsiteY1" fmla="*/ 536424 h 3864850"/>
                        <a:gd name="connsiteX2" fmla="*/ 2299193 w 3337707"/>
                        <a:gd name="connsiteY2" fmla="*/ 1008112 h 3864850"/>
                        <a:gd name="connsiteX3" fmla="*/ 2233396 w 3337707"/>
                        <a:gd name="connsiteY3" fmla="*/ 1562688 h 3864850"/>
                        <a:gd name="connsiteX4" fmla="*/ 2068904 w 3337707"/>
                        <a:gd name="connsiteY4" fmla="*/ 1875225 h 3864850"/>
                        <a:gd name="connsiteX5" fmla="*/ 2247495 w 3337707"/>
                        <a:gd name="connsiteY5" fmla="*/ 2248858 h 3864850"/>
                        <a:gd name="connsiteX6" fmla="*/ 3044113 w 3337707"/>
                        <a:gd name="connsiteY6" fmla="*/ 2671840 h 3864850"/>
                        <a:gd name="connsiteX7" fmla="*/ 3337707 w 3337707"/>
                        <a:gd name="connsiteY7" fmla="*/ 3621769 h 3864850"/>
                        <a:gd name="connsiteX8" fmla="*/ 1616188 w 3337707"/>
                        <a:gd name="connsiteY8" fmla="*/ 3199018 h 3864850"/>
                        <a:gd name="connsiteX9" fmla="*/ 7255 w 3337707"/>
                        <a:gd name="connsiteY9" fmla="*/ 2770537 h 3864850"/>
                        <a:gd name="connsiteX10" fmla="*/ 905703 w 3337707"/>
                        <a:gd name="connsiteY10" fmla="*/ 2230840 h 3864850"/>
                        <a:gd name="connsiteX11" fmla="*/ 1117194 w 3337707"/>
                        <a:gd name="connsiteY11" fmla="*/ 1938672 h 3864850"/>
                        <a:gd name="connsiteX12" fmla="*/ 945651 w 3337707"/>
                        <a:gd name="connsiteY12" fmla="*/ 1590887 h 3864850"/>
                        <a:gd name="connsiteX13" fmla="*/ 804656 w 3337707"/>
                        <a:gd name="connsiteY13" fmla="*/ 994013 h 3864850"/>
                        <a:gd name="connsiteX14" fmla="*/ 841400 w 3337707"/>
                        <a:gd name="connsiteY14" fmla="*/ 437726 h 3864850"/>
                        <a:gd name="connsiteX15" fmla="*/ 1558876 w 3337707"/>
                        <a:gd name="connsiteY15" fmla="*/ 53 h 3864850"/>
                        <a:gd name="connsiteX16" fmla="*/ 1951411 w 3337707"/>
                        <a:gd name="connsiteY16" fmla="*/ 2065566 h 3864850"/>
                        <a:gd name="connsiteX17" fmla="*/ 1662373 w 3337707"/>
                        <a:gd name="connsiteY17" fmla="*/ 2307604 h 3864850"/>
                        <a:gd name="connsiteX18" fmla="*/ 1754021 w 3337707"/>
                        <a:gd name="connsiteY18" fmla="*/ 2432150 h 3864850"/>
                        <a:gd name="connsiteX19" fmla="*/ 1662374 w 3337707"/>
                        <a:gd name="connsiteY19" fmla="*/ 2643640 h 3864850"/>
                        <a:gd name="connsiteX20" fmla="*/ 1730520 w 3337707"/>
                        <a:gd name="connsiteY20" fmla="*/ 2911528 h 3864850"/>
                        <a:gd name="connsiteX21" fmla="*/ 1909114 w 3337707"/>
                        <a:gd name="connsiteY21" fmla="*/ 2580193 h 3864850"/>
                        <a:gd name="connsiteX22" fmla="*/ 2047757 w 3337707"/>
                        <a:gd name="connsiteY22" fmla="*/ 2737636 h 3864850"/>
                        <a:gd name="connsiteX23" fmla="*/ 2073607 w 3337707"/>
                        <a:gd name="connsiteY23" fmla="*/ 2279406 h 3864850"/>
                        <a:gd name="connsiteX24" fmla="*/ 1951411 w 3337707"/>
                        <a:gd name="connsiteY24" fmla="*/ 2065566 h 3864850"/>
                        <a:gd name="connsiteX25" fmla="*/ 1173593 w 3337707"/>
                        <a:gd name="connsiteY25" fmla="*/ 2067915 h 3864850"/>
                        <a:gd name="connsiteX26" fmla="*/ 1053747 w 3337707"/>
                        <a:gd name="connsiteY26" fmla="*/ 2279406 h 3864850"/>
                        <a:gd name="connsiteX27" fmla="*/ 1051398 w 3337707"/>
                        <a:gd name="connsiteY27" fmla="*/ 2739986 h 3864850"/>
                        <a:gd name="connsiteX28" fmla="*/ 1246439 w 3337707"/>
                        <a:gd name="connsiteY28" fmla="*/ 2570792 h 3864850"/>
                        <a:gd name="connsiteX29" fmla="*/ 1417983 w 3337707"/>
                        <a:gd name="connsiteY29" fmla="*/ 2906828 h 3864850"/>
                        <a:gd name="connsiteX30" fmla="*/ 1462630 w 3337707"/>
                        <a:gd name="connsiteY30" fmla="*/ 2631889 h 3864850"/>
                        <a:gd name="connsiteX31" fmla="*/ 1392133 w 3337707"/>
                        <a:gd name="connsiteY31" fmla="*/ 2439198 h 3864850"/>
                        <a:gd name="connsiteX32" fmla="*/ 1474380 w 3337707"/>
                        <a:gd name="connsiteY32" fmla="*/ 2321703 h 3864850"/>
                        <a:gd name="connsiteX33" fmla="*/ 1173593 w 3337707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0078 w 2908909"/>
                        <a:gd name="connsiteY0" fmla="*/ 53 h 3864850"/>
                        <a:gd name="connsiteX1" fmla="*/ 1887485 w 2908909"/>
                        <a:gd name="connsiteY1" fmla="*/ 536424 h 3864850"/>
                        <a:gd name="connsiteX2" fmla="*/ 1870395 w 2908909"/>
                        <a:gd name="connsiteY2" fmla="*/ 1008112 h 3864850"/>
                        <a:gd name="connsiteX3" fmla="*/ 1804598 w 2908909"/>
                        <a:gd name="connsiteY3" fmla="*/ 1562688 h 3864850"/>
                        <a:gd name="connsiteX4" fmla="*/ 1640106 w 2908909"/>
                        <a:gd name="connsiteY4" fmla="*/ 1875225 h 3864850"/>
                        <a:gd name="connsiteX5" fmla="*/ 1818697 w 2908909"/>
                        <a:gd name="connsiteY5" fmla="*/ 2248858 h 3864850"/>
                        <a:gd name="connsiteX6" fmla="*/ 2615315 w 2908909"/>
                        <a:gd name="connsiteY6" fmla="*/ 2671840 h 3864850"/>
                        <a:gd name="connsiteX7" fmla="*/ 2908909 w 2908909"/>
                        <a:gd name="connsiteY7" fmla="*/ 3621769 h 3864850"/>
                        <a:gd name="connsiteX8" fmla="*/ 1187390 w 2908909"/>
                        <a:gd name="connsiteY8" fmla="*/ 3199018 h 3864850"/>
                        <a:gd name="connsiteX9" fmla="*/ 1 w 2908909"/>
                        <a:gd name="connsiteY9" fmla="*/ 2439324 h 3864850"/>
                        <a:gd name="connsiteX10" fmla="*/ 476905 w 2908909"/>
                        <a:gd name="connsiteY10" fmla="*/ 2230840 h 3864850"/>
                        <a:gd name="connsiteX11" fmla="*/ 688396 w 2908909"/>
                        <a:gd name="connsiteY11" fmla="*/ 1938672 h 3864850"/>
                        <a:gd name="connsiteX12" fmla="*/ 516853 w 2908909"/>
                        <a:gd name="connsiteY12" fmla="*/ 1590887 h 3864850"/>
                        <a:gd name="connsiteX13" fmla="*/ 375858 w 2908909"/>
                        <a:gd name="connsiteY13" fmla="*/ 994013 h 3864850"/>
                        <a:gd name="connsiteX14" fmla="*/ 412602 w 2908909"/>
                        <a:gd name="connsiteY14" fmla="*/ 437726 h 3864850"/>
                        <a:gd name="connsiteX15" fmla="*/ 1130078 w 2908909"/>
                        <a:gd name="connsiteY15" fmla="*/ 53 h 3864850"/>
                        <a:gd name="connsiteX16" fmla="*/ 1522613 w 2908909"/>
                        <a:gd name="connsiteY16" fmla="*/ 2065566 h 3864850"/>
                        <a:gd name="connsiteX17" fmla="*/ 1233575 w 2908909"/>
                        <a:gd name="connsiteY17" fmla="*/ 2307604 h 3864850"/>
                        <a:gd name="connsiteX18" fmla="*/ 1325223 w 2908909"/>
                        <a:gd name="connsiteY18" fmla="*/ 2432150 h 3864850"/>
                        <a:gd name="connsiteX19" fmla="*/ 1233576 w 2908909"/>
                        <a:gd name="connsiteY19" fmla="*/ 2643640 h 3864850"/>
                        <a:gd name="connsiteX20" fmla="*/ 1301722 w 2908909"/>
                        <a:gd name="connsiteY20" fmla="*/ 2911528 h 3864850"/>
                        <a:gd name="connsiteX21" fmla="*/ 1480316 w 2908909"/>
                        <a:gd name="connsiteY21" fmla="*/ 2580193 h 3864850"/>
                        <a:gd name="connsiteX22" fmla="*/ 1618959 w 2908909"/>
                        <a:gd name="connsiteY22" fmla="*/ 2737636 h 3864850"/>
                        <a:gd name="connsiteX23" fmla="*/ 1644809 w 2908909"/>
                        <a:gd name="connsiteY23" fmla="*/ 2279406 h 3864850"/>
                        <a:gd name="connsiteX24" fmla="*/ 1522613 w 2908909"/>
                        <a:gd name="connsiteY24" fmla="*/ 2065566 h 3864850"/>
                        <a:gd name="connsiteX25" fmla="*/ 744795 w 2908909"/>
                        <a:gd name="connsiteY25" fmla="*/ 2067915 h 3864850"/>
                        <a:gd name="connsiteX26" fmla="*/ 624949 w 2908909"/>
                        <a:gd name="connsiteY26" fmla="*/ 2279406 h 3864850"/>
                        <a:gd name="connsiteX27" fmla="*/ 622600 w 2908909"/>
                        <a:gd name="connsiteY27" fmla="*/ 2739986 h 3864850"/>
                        <a:gd name="connsiteX28" fmla="*/ 817641 w 2908909"/>
                        <a:gd name="connsiteY28" fmla="*/ 2570792 h 3864850"/>
                        <a:gd name="connsiteX29" fmla="*/ 989185 w 2908909"/>
                        <a:gd name="connsiteY29" fmla="*/ 2906828 h 3864850"/>
                        <a:gd name="connsiteX30" fmla="*/ 1033832 w 2908909"/>
                        <a:gd name="connsiteY30" fmla="*/ 2631889 h 3864850"/>
                        <a:gd name="connsiteX31" fmla="*/ 963335 w 2908909"/>
                        <a:gd name="connsiteY31" fmla="*/ 2439198 h 3864850"/>
                        <a:gd name="connsiteX32" fmla="*/ 1045582 w 2908909"/>
                        <a:gd name="connsiteY32" fmla="*/ 2321703 h 3864850"/>
                        <a:gd name="connsiteX33" fmla="*/ 744795 w 2908909"/>
                        <a:gd name="connsiteY33" fmla="*/ 2067915 h 3864850"/>
                        <a:gd name="connsiteX0" fmla="*/ 1130076 w 2908907"/>
                        <a:gd name="connsiteY0" fmla="*/ 53 h 3864850"/>
                        <a:gd name="connsiteX1" fmla="*/ 1887483 w 2908907"/>
                        <a:gd name="connsiteY1" fmla="*/ 536424 h 3864850"/>
                        <a:gd name="connsiteX2" fmla="*/ 1870393 w 2908907"/>
                        <a:gd name="connsiteY2" fmla="*/ 1008112 h 3864850"/>
                        <a:gd name="connsiteX3" fmla="*/ 1804596 w 2908907"/>
                        <a:gd name="connsiteY3" fmla="*/ 1562688 h 3864850"/>
                        <a:gd name="connsiteX4" fmla="*/ 1640104 w 2908907"/>
                        <a:gd name="connsiteY4" fmla="*/ 1875225 h 3864850"/>
                        <a:gd name="connsiteX5" fmla="*/ 1818695 w 2908907"/>
                        <a:gd name="connsiteY5" fmla="*/ 2248858 h 3864850"/>
                        <a:gd name="connsiteX6" fmla="*/ 2615313 w 2908907"/>
                        <a:gd name="connsiteY6" fmla="*/ 2671840 h 3864850"/>
                        <a:gd name="connsiteX7" fmla="*/ 2908907 w 2908907"/>
                        <a:gd name="connsiteY7" fmla="*/ 3621769 h 3864850"/>
                        <a:gd name="connsiteX8" fmla="*/ 1187388 w 2908907"/>
                        <a:gd name="connsiteY8" fmla="*/ 3199018 h 3864850"/>
                        <a:gd name="connsiteX9" fmla="*/ -1 w 2908907"/>
                        <a:gd name="connsiteY9" fmla="*/ 2439324 h 3864850"/>
                        <a:gd name="connsiteX10" fmla="*/ 476903 w 2908907"/>
                        <a:gd name="connsiteY10" fmla="*/ 2230840 h 3864850"/>
                        <a:gd name="connsiteX11" fmla="*/ 688394 w 2908907"/>
                        <a:gd name="connsiteY11" fmla="*/ 1938672 h 3864850"/>
                        <a:gd name="connsiteX12" fmla="*/ 516851 w 2908907"/>
                        <a:gd name="connsiteY12" fmla="*/ 1590887 h 3864850"/>
                        <a:gd name="connsiteX13" fmla="*/ 375856 w 2908907"/>
                        <a:gd name="connsiteY13" fmla="*/ 994013 h 3864850"/>
                        <a:gd name="connsiteX14" fmla="*/ 412600 w 2908907"/>
                        <a:gd name="connsiteY14" fmla="*/ 437726 h 3864850"/>
                        <a:gd name="connsiteX15" fmla="*/ 1130076 w 2908907"/>
                        <a:gd name="connsiteY15" fmla="*/ 53 h 3864850"/>
                        <a:gd name="connsiteX16" fmla="*/ 1522611 w 2908907"/>
                        <a:gd name="connsiteY16" fmla="*/ 2065566 h 3864850"/>
                        <a:gd name="connsiteX17" fmla="*/ 1233573 w 2908907"/>
                        <a:gd name="connsiteY17" fmla="*/ 2307604 h 3864850"/>
                        <a:gd name="connsiteX18" fmla="*/ 1325221 w 2908907"/>
                        <a:gd name="connsiteY18" fmla="*/ 2432150 h 3864850"/>
                        <a:gd name="connsiteX19" fmla="*/ 1233574 w 2908907"/>
                        <a:gd name="connsiteY19" fmla="*/ 2643640 h 3864850"/>
                        <a:gd name="connsiteX20" fmla="*/ 1301720 w 2908907"/>
                        <a:gd name="connsiteY20" fmla="*/ 2911528 h 3864850"/>
                        <a:gd name="connsiteX21" fmla="*/ 1480314 w 2908907"/>
                        <a:gd name="connsiteY21" fmla="*/ 2580193 h 3864850"/>
                        <a:gd name="connsiteX22" fmla="*/ 1618957 w 2908907"/>
                        <a:gd name="connsiteY22" fmla="*/ 2737636 h 3864850"/>
                        <a:gd name="connsiteX23" fmla="*/ 1644807 w 2908907"/>
                        <a:gd name="connsiteY23" fmla="*/ 2279406 h 3864850"/>
                        <a:gd name="connsiteX24" fmla="*/ 1522611 w 2908907"/>
                        <a:gd name="connsiteY24" fmla="*/ 2065566 h 3864850"/>
                        <a:gd name="connsiteX25" fmla="*/ 744793 w 2908907"/>
                        <a:gd name="connsiteY25" fmla="*/ 2067915 h 3864850"/>
                        <a:gd name="connsiteX26" fmla="*/ 624947 w 2908907"/>
                        <a:gd name="connsiteY26" fmla="*/ 2279406 h 3864850"/>
                        <a:gd name="connsiteX27" fmla="*/ 622598 w 2908907"/>
                        <a:gd name="connsiteY27" fmla="*/ 2739986 h 3864850"/>
                        <a:gd name="connsiteX28" fmla="*/ 817639 w 2908907"/>
                        <a:gd name="connsiteY28" fmla="*/ 2570792 h 3864850"/>
                        <a:gd name="connsiteX29" fmla="*/ 989183 w 2908907"/>
                        <a:gd name="connsiteY29" fmla="*/ 2906828 h 3864850"/>
                        <a:gd name="connsiteX30" fmla="*/ 1033830 w 2908907"/>
                        <a:gd name="connsiteY30" fmla="*/ 2631889 h 3864850"/>
                        <a:gd name="connsiteX31" fmla="*/ 963333 w 2908907"/>
                        <a:gd name="connsiteY31" fmla="*/ 2439198 h 3864850"/>
                        <a:gd name="connsiteX32" fmla="*/ 1045580 w 2908907"/>
                        <a:gd name="connsiteY32" fmla="*/ 2321703 h 3864850"/>
                        <a:gd name="connsiteX33" fmla="*/ 744793 w 2908907"/>
                        <a:gd name="connsiteY33" fmla="*/ 2067915 h 3864850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908907"/>
                        <a:gd name="connsiteY0" fmla="*/ 53 h 4021308"/>
                        <a:gd name="connsiteX1" fmla="*/ 1887483 w 2908907"/>
                        <a:gd name="connsiteY1" fmla="*/ 536424 h 4021308"/>
                        <a:gd name="connsiteX2" fmla="*/ 1870393 w 2908907"/>
                        <a:gd name="connsiteY2" fmla="*/ 1008112 h 4021308"/>
                        <a:gd name="connsiteX3" fmla="*/ 1804596 w 2908907"/>
                        <a:gd name="connsiteY3" fmla="*/ 1562688 h 4021308"/>
                        <a:gd name="connsiteX4" fmla="*/ 1640104 w 2908907"/>
                        <a:gd name="connsiteY4" fmla="*/ 1875225 h 4021308"/>
                        <a:gd name="connsiteX5" fmla="*/ 1818695 w 2908907"/>
                        <a:gd name="connsiteY5" fmla="*/ 2248858 h 4021308"/>
                        <a:gd name="connsiteX6" fmla="*/ 2615313 w 2908907"/>
                        <a:gd name="connsiteY6" fmla="*/ 2671840 h 4021308"/>
                        <a:gd name="connsiteX7" fmla="*/ 2908907 w 2908907"/>
                        <a:gd name="connsiteY7" fmla="*/ 3621769 h 4021308"/>
                        <a:gd name="connsiteX8" fmla="*/ 1494314 w 2908907"/>
                        <a:gd name="connsiteY8" fmla="*/ 4010364 h 4021308"/>
                        <a:gd name="connsiteX9" fmla="*/ 1187388 w 2908907"/>
                        <a:gd name="connsiteY9" fmla="*/ 3199018 h 4021308"/>
                        <a:gd name="connsiteX10" fmla="*/ -1 w 2908907"/>
                        <a:gd name="connsiteY10" fmla="*/ 2439324 h 4021308"/>
                        <a:gd name="connsiteX11" fmla="*/ 476903 w 2908907"/>
                        <a:gd name="connsiteY11" fmla="*/ 2230840 h 4021308"/>
                        <a:gd name="connsiteX12" fmla="*/ 688394 w 2908907"/>
                        <a:gd name="connsiteY12" fmla="*/ 1938672 h 4021308"/>
                        <a:gd name="connsiteX13" fmla="*/ 516851 w 2908907"/>
                        <a:gd name="connsiteY13" fmla="*/ 1590887 h 4021308"/>
                        <a:gd name="connsiteX14" fmla="*/ 375856 w 2908907"/>
                        <a:gd name="connsiteY14" fmla="*/ 994013 h 4021308"/>
                        <a:gd name="connsiteX15" fmla="*/ 412600 w 2908907"/>
                        <a:gd name="connsiteY15" fmla="*/ 437726 h 4021308"/>
                        <a:gd name="connsiteX16" fmla="*/ 1130076 w 2908907"/>
                        <a:gd name="connsiteY16" fmla="*/ 53 h 4021308"/>
                        <a:gd name="connsiteX17" fmla="*/ 1522611 w 2908907"/>
                        <a:gd name="connsiteY17" fmla="*/ 2065566 h 4021308"/>
                        <a:gd name="connsiteX18" fmla="*/ 1233573 w 2908907"/>
                        <a:gd name="connsiteY18" fmla="*/ 2307604 h 4021308"/>
                        <a:gd name="connsiteX19" fmla="*/ 1325221 w 2908907"/>
                        <a:gd name="connsiteY19" fmla="*/ 2432150 h 4021308"/>
                        <a:gd name="connsiteX20" fmla="*/ 1233574 w 2908907"/>
                        <a:gd name="connsiteY20" fmla="*/ 2643640 h 4021308"/>
                        <a:gd name="connsiteX21" fmla="*/ 1301720 w 2908907"/>
                        <a:gd name="connsiteY21" fmla="*/ 2911528 h 4021308"/>
                        <a:gd name="connsiteX22" fmla="*/ 1480314 w 2908907"/>
                        <a:gd name="connsiteY22" fmla="*/ 2580193 h 4021308"/>
                        <a:gd name="connsiteX23" fmla="*/ 1618957 w 2908907"/>
                        <a:gd name="connsiteY23" fmla="*/ 2737636 h 4021308"/>
                        <a:gd name="connsiteX24" fmla="*/ 1644807 w 2908907"/>
                        <a:gd name="connsiteY24" fmla="*/ 2279406 h 4021308"/>
                        <a:gd name="connsiteX25" fmla="*/ 1522611 w 2908907"/>
                        <a:gd name="connsiteY25" fmla="*/ 2065566 h 4021308"/>
                        <a:gd name="connsiteX26" fmla="*/ 744793 w 2908907"/>
                        <a:gd name="connsiteY26" fmla="*/ 2067915 h 4021308"/>
                        <a:gd name="connsiteX27" fmla="*/ 624947 w 2908907"/>
                        <a:gd name="connsiteY27" fmla="*/ 2279406 h 4021308"/>
                        <a:gd name="connsiteX28" fmla="*/ 622598 w 2908907"/>
                        <a:gd name="connsiteY28" fmla="*/ 2739986 h 4021308"/>
                        <a:gd name="connsiteX29" fmla="*/ 817639 w 2908907"/>
                        <a:gd name="connsiteY29" fmla="*/ 2570792 h 4021308"/>
                        <a:gd name="connsiteX30" fmla="*/ 989183 w 2908907"/>
                        <a:gd name="connsiteY30" fmla="*/ 2906828 h 4021308"/>
                        <a:gd name="connsiteX31" fmla="*/ 1033830 w 2908907"/>
                        <a:gd name="connsiteY31" fmla="*/ 2631889 h 4021308"/>
                        <a:gd name="connsiteX32" fmla="*/ 963333 w 2908907"/>
                        <a:gd name="connsiteY32" fmla="*/ 2439198 h 4021308"/>
                        <a:gd name="connsiteX33" fmla="*/ 1045580 w 2908907"/>
                        <a:gd name="connsiteY33" fmla="*/ 2321703 h 4021308"/>
                        <a:gd name="connsiteX34" fmla="*/ 744793 w 2908907"/>
                        <a:gd name="connsiteY34" fmla="*/ 2067915 h 4021308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808540"/>
                        <a:gd name="connsiteY0" fmla="*/ 53 h 4021308"/>
                        <a:gd name="connsiteX1" fmla="*/ 1887483 w 2808540"/>
                        <a:gd name="connsiteY1" fmla="*/ 536424 h 4021308"/>
                        <a:gd name="connsiteX2" fmla="*/ 1870393 w 2808540"/>
                        <a:gd name="connsiteY2" fmla="*/ 1008112 h 4021308"/>
                        <a:gd name="connsiteX3" fmla="*/ 1804596 w 2808540"/>
                        <a:gd name="connsiteY3" fmla="*/ 1562688 h 4021308"/>
                        <a:gd name="connsiteX4" fmla="*/ 1640104 w 2808540"/>
                        <a:gd name="connsiteY4" fmla="*/ 1875225 h 4021308"/>
                        <a:gd name="connsiteX5" fmla="*/ 1818695 w 2808540"/>
                        <a:gd name="connsiteY5" fmla="*/ 2248858 h 4021308"/>
                        <a:gd name="connsiteX6" fmla="*/ 2615313 w 2808540"/>
                        <a:gd name="connsiteY6" fmla="*/ 2671840 h 4021308"/>
                        <a:gd name="connsiteX7" fmla="*/ 2808539 w 2808540"/>
                        <a:gd name="connsiteY7" fmla="*/ 3621769 h 4021308"/>
                        <a:gd name="connsiteX8" fmla="*/ 1494314 w 2808540"/>
                        <a:gd name="connsiteY8" fmla="*/ 4010364 h 4021308"/>
                        <a:gd name="connsiteX9" fmla="*/ 1187388 w 2808540"/>
                        <a:gd name="connsiteY9" fmla="*/ 3199018 h 4021308"/>
                        <a:gd name="connsiteX10" fmla="*/ -1 w 2808540"/>
                        <a:gd name="connsiteY10" fmla="*/ 2439324 h 4021308"/>
                        <a:gd name="connsiteX11" fmla="*/ 476903 w 2808540"/>
                        <a:gd name="connsiteY11" fmla="*/ 2230840 h 4021308"/>
                        <a:gd name="connsiteX12" fmla="*/ 688394 w 2808540"/>
                        <a:gd name="connsiteY12" fmla="*/ 1938672 h 4021308"/>
                        <a:gd name="connsiteX13" fmla="*/ 516851 w 2808540"/>
                        <a:gd name="connsiteY13" fmla="*/ 1590887 h 4021308"/>
                        <a:gd name="connsiteX14" fmla="*/ 375856 w 2808540"/>
                        <a:gd name="connsiteY14" fmla="*/ 994013 h 4021308"/>
                        <a:gd name="connsiteX15" fmla="*/ 412600 w 2808540"/>
                        <a:gd name="connsiteY15" fmla="*/ 437726 h 4021308"/>
                        <a:gd name="connsiteX16" fmla="*/ 1130076 w 2808540"/>
                        <a:gd name="connsiteY16" fmla="*/ 53 h 4021308"/>
                        <a:gd name="connsiteX17" fmla="*/ 1522611 w 2808540"/>
                        <a:gd name="connsiteY17" fmla="*/ 2065566 h 4021308"/>
                        <a:gd name="connsiteX18" fmla="*/ 1233573 w 2808540"/>
                        <a:gd name="connsiteY18" fmla="*/ 2307604 h 4021308"/>
                        <a:gd name="connsiteX19" fmla="*/ 1325221 w 2808540"/>
                        <a:gd name="connsiteY19" fmla="*/ 2432150 h 4021308"/>
                        <a:gd name="connsiteX20" fmla="*/ 1233574 w 2808540"/>
                        <a:gd name="connsiteY20" fmla="*/ 2643640 h 4021308"/>
                        <a:gd name="connsiteX21" fmla="*/ 1301720 w 2808540"/>
                        <a:gd name="connsiteY21" fmla="*/ 2911528 h 4021308"/>
                        <a:gd name="connsiteX22" fmla="*/ 1480314 w 2808540"/>
                        <a:gd name="connsiteY22" fmla="*/ 2580193 h 4021308"/>
                        <a:gd name="connsiteX23" fmla="*/ 1618957 w 2808540"/>
                        <a:gd name="connsiteY23" fmla="*/ 2737636 h 4021308"/>
                        <a:gd name="connsiteX24" fmla="*/ 1644807 w 2808540"/>
                        <a:gd name="connsiteY24" fmla="*/ 2279406 h 4021308"/>
                        <a:gd name="connsiteX25" fmla="*/ 1522611 w 2808540"/>
                        <a:gd name="connsiteY25" fmla="*/ 2065566 h 4021308"/>
                        <a:gd name="connsiteX26" fmla="*/ 744793 w 2808540"/>
                        <a:gd name="connsiteY26" fmla="*/ 2067915 h 4021308"/>
                        <a:gd name="connsiteX27" fmla="*/ 624947 w 2808540"/>
                        <a:gd name="connsiteY27" fmla="*/ 2279406 h 4021308"/>
                        <a:gd name="connsiteX28" fmla="*/ 622598 w 2808540"/>
                        <a:gd name="connsiteY28" fmla="*/ 2739986 h 4021308"/>
                        <a:gd name="connsiteX29" fmla="*/ 817639 w 2808540"/>
                        <a:gd name="connsiteY29" fmla="*/ 2570792 h 4021308"/>
                        <a:gd name="connsiteX30" fmla="*/ 989183 w 2808540"/>
                        <a:gd name="connsiteY30" fmla="*/ 2906828 h 4021308"/>
                        <a:gd name="connsiteX31" fmla="*/ 1033830 w 2808540"/>
                        <a:gd name="connsiteY31" fmla="*/ 2631889 h 4021308"/>
                        <a:gd name="connsiteX32" fmla="*/ 963333 w 2808540"/>
                        <a:gd name="connsiteY32" fmla="*/ 2439198 h 4021308"/>
                        <a:gd name="connsiteX33" fmla="*/ 1045580 w 2808540"/>
                        <a:gd name="connsiteY33" fmla="*/ 2321703 h 4021308"/>
                        <a:gd name="connsiteX34" fmla="*/ 744793 w 2808540"/>
                        <a:gd name="connsiteY34" fmla="*/ 2067915 h 4021308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640106 w 2808540"/>
                        <a:gd name="connsiteY4" fmla="*/ 1875225 h 4025919"/>
                        <a:gd name="connsiteX5" fmla="*/ 1818697 w 2808540"/>
                        <a:gd name="connsiteY5" fmla="*/ 2248858 h 4025919"/>
                        <a:gd name="connsiteX6" fmla="*/ 2615315 w 2808540"/>
                        <a:gd name="connsiteY6" fmla="*/ 2671840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640104 w 2808540"/>
                        <a:gd name="connsiteY4" fmla="*/ 1875225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036838 w 2808540"/>
                        <a:gd name="connsiteY9" fmla="*/ 3188982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036836 w 2808540"/>
                        <a:gd name="connsiteY9" fmla="*/ 3188982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808540" h="4025919">
                          <a:moveTo>
                            <a:pt x="1130076" y="53"/>
                          </a:moveTo>
                          <a:cubicBezTo>
                            <a:pt x="1507396" y="-3815"/>
                            <a:pt x="1880594" y="205088"/>
                            <a:pt x="1887483" y="536424"/>
                          </a:cubicBezTo>
                          <a:cubicBezTo>
                            <a:pt x="1922518" y="750051"/>
                            <a:pt x="1896456" y="799185"/>
                            <a:pt x="1870393" y="1008112"/>
                          </a:cubicBezTo>
                          <a:cubicBezTo>
                            <a:pt x="2006688" y="1130307"/>
                            <a:pt x="1994154" y="1335531"/>
                            <a:pt x="1804596" y="1562688"/>
                          </a:cubicBezTo>
                          <a:cubicBezTo>
                            <a:pt x="1804596" y="1698198"/>
                            <a:pt x="1632217" y="1809135"/>
                            <a:pt x="1589920" y="1895298"/>
                          </a:cubicBezTo>
                          <a:cubicBezTo>
                            <a:pt x="1592269" y="2009660"/>
                            <a:pt x="1642062" y="2098856"/>
                            <a:pt x="1818695" y="2248858"/>
                          </a:cubicBezTo>
                          <a:cubicBezTo>
                            <a:pt x="1969481" y="2287239"/>
                            <a:pt x="2232564" y="2361550"/>
                            <a:pt x="2615314" y="2762172"/>
                          </a:cubicBezTo>
                          <a:cubicBezTo>
                            <a:pt x="2736156" y="2961843"/>
                            <a:pt x="2725296" y="3149511"/>
                            <a:pt x="2808539" y="3621769"/>
                          </a:cubicBezTo>
                          <a:cubicBezTo>
                            <a:pt x="2653490" y="3905076"/>
                            <a:pt x="1781234" y="4080822"/>
                            <a:pt x="1494314" y="4010364"/>
                          </a:cubicBezTo>
                          <a:cubicBezTo>
                            <a:pt x="1388056" y="3849575"/>
                            <a:pt x="1237378" y="3440786"/>
                            <a:pt x="1036836" y="3188982"/>
                          </a:cubicBezTo>
                          <a:cubicBezTo>
                            <a:pt x="639519" y="2819880"/>
                            <a:pt x="95333" y="2558678"/>
                            <a:pt x="-1" y="2439324"/>
                          </a:cubicBezTo>
                          <a:cubicBezTo>
                            <a:pt x="155208" y="2280742"/>
                            <a:pt x="178204" y="2312564"/>
                            <a:pt x="476903" y="2230840"/>
                          </a:cubicBezTo>
                          <a:cubicBezTo>
                            <a:pt x="661894" y="2092196"/>
                            <a:pt x="681736" y="2045331"/>
                            <a:pt x="688394" y="1938672"/>
                          </a:cubicBezTo>
                          <a:cubicBezTo>
                            <a:pt x="614123" y="1751108"/>
                            <a:pt x="516851" y="1738147"/>
                            <a:pt x="516851" y="1590887"/>
                          </a:cubicBezTo>
                          <a:cubicBezTo>
                            <a:pt x="200539" y="1390790"/>
                            <a:pt x="311768" y="1053828"/>
                            <a:pt x="375856" y="994013"/>
                          </a:cubicBezTo>
                          <a:cubicBezTo>
                            <a:pt x="359905" y="727121"/>
                            <a:pt x="353355" y="615321"/>
                            <a:pt x="412600" y="437726"/>
                          </a:cubicBezTo>
                          <a:cubicBezTo>
                            <a:pt x="540643" y="134785"/>
                            <a:pt x="836606" y="3062"/>
                            <a:pt x="1130076" y="53"/>
                          </a:cubicBezTo>
                          <a:close/>
                          <a:moveTo>
                            <a:pt x="1522611" y="2065566"/>
                          </a:moveTo>
                          <a:cubicBezTo>
                            <a:pt x="1449764" y="2139197"/>
                            <a:pt x="1297021" y="2248073"/>
                            <a:pt x="1233573" y="2307604"/>
                          </a:cubicBezTo>
                          <a:cubicBezTo>
                            <a:pt x="1278222" y="2379668"/>
                            <a:pt x="1313470" y="2395334"/>
                            <a:pt x="1325221" y="2432150"/>
                          </a:cubicBezTo>
                          <a:cubicBezTo>
                            <a:pt x="1301721" y="2487764"/>
                            <a:pt x="1257073" y="2585675"/>
                            <a:pt x="1233574" y="2643640"/>
                          </a:cubicBezTo>
                          <a:lnTo>
                            <a:pt x="1301720" y="2911528"/>
                          </a:lnTo>
                          <a:cubicBezTo>
                            <a:pt x="1376917" y="2790900"/>
                            <a:pt x="1440366" y="2656173"/>
                            <a:pt x="1480314" y="2580193"/>
                          </a:cubicBezTo>
                          <a:lnTo>
                            <a:pt x="1618957" y="2737636"/>
                          </a:lnTo>
                          <a:cubicBezTo>
                            <a:pt x="1618175" y="2584109"/>
                            <a:pt x="1647940" y="2486981"/>
                            <a:pt x="1644807" y="2279406"/>
                          </a:cubicBezTo>
                          <a:lnTo>
                            <a:pt x="1522611" y="2065566"/>
                          </a:lnTo>
                          <a:close/>
                          <a:moveTo>
                            <a:pt x="744793" y="2067915"/>
                          </a:moveTo>
                          <a:lnTo>
                            <a:pt x="624947" y="2279406"/>
                          </a:lnTo>
                          <a:lnTo>
                            <a:pt x="622598" y="2739986"/>
                          </a:lnTo>
                          <a:lnTo>
                            <a:pt x="817639" y="2570792"/>
                          </a:lnTo>
                          <a:cubicBezTo>
                            <a:pt x="857587" y="2646773"/>
                            <a:pt x="913986" y="2786200"/>
                            <a:pt x="989183" y="2906828"/>
                          </a:cubicBezTo>
                          <a:lnTo>
                            <a:pt x="1033830" y="2631889"/>
                          </a:lnTo>
                          <a:cubicBezTo>
                            <a:pt x="1010331" y="2573925"/>
                            <a:pt x="986832" y="2494812"/>
                            <a:pt x="963333" y="2439198"/>
                          </a:cubicBezTo>
                          <a:cubicBezTo>
                            <a:pt x="975083" y="2402382"/>
                            <a:pt x="1000932" y="2393767"/>
                            <a:pt x="1045580" y="2321703"/>
                          </a:cubicBezTo>
                          <a:cubicBezTo>
                            <a:pt x="982133" y="2262173"/>
                            <a:pt x="817640" y="2141546"/>
                            <a:pt x="744793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7" name="Freeform 26">
                      <a:extLst>
                        <a:ext uri="{FF2B5EF4-FFF2-40B4-BE49-F238E27FC236}">
                          <a16:creationId xmlns:a16="http://schemas.microsoft.com/office/drawing/2014/main" id="{FDF25495-BAD3-DC34-5205-73A68250A33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56348" y="3703373"/>
                      <a:ext cx="1339828" cy="1920580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  <a:gd name="connsiteX0" fmla="*/ 1558876 w 3337707"/>
                        <a:gd name="connsiteY0" fmla="*/ 53 h 3864850"/>
                        <a:gd name="connsiteX1" fmla="*/ 2316283 w 3337707"/>
                        <a:gd name="connsiteY1" fmla="*/ 536424 h 3864850"/>
                        <a:gd name="connsiteX2" fmla="*/ 2299193 w 3337707"/>
                        <a:gd name="connsiteY2" fmla="*/ 1008112 h 3864850"/>
                        <a:gd name="connsiteX3" fmla="*/ 2233396 w 3337707"/>
                        <a:gd name="connsiteY3" fmla="*/ 1562688 h 3864850"/>
                        <a:gd name="connsiteX4" fmla="*/ 2068904 w 3337707"/>
                        <a:gd name="connsiteY4" fmla="*/ 1875225 h 3864850"/>
                        <a:gd name="connsiteX5" fmla="*/ 2247495 w 3337707"/>
                        <a:gd name="connsiteY5" fmla="*/ 2248858 h 3864850"/>
                        <a:gd name="connsiteX6" fmla="*/ 3044113 w 3337707"/>
                        <a:gd name="connsiteY6" fmla="*/ 2671840 h 3864850"/>
                        <a:gd name="connsiteX7" fmla="*/ 3337707 w 3337707"/>
                        <a:gd name="connsiteY7" fmla="*/ 3621769 h 3864850"/>
                        <a:gd name="connsiteX8" fmla="*/ 1616188 w 3337707"/>
                        <a:gd name="connsiteY8" fmla="*/ 3199018 h 3864850"/>
                        <a:gd name="connsiteX9" fmla="*/ 7255 w 3337707"/>
                        <a:gd name="connsiteY9" fmla="*/ 2770537 h 3864850"/>
                        <a:gd name="connsiteX10" fmla="*/ 905703 w 3337707"/>
                        <a:gd name="connsiteY10" fmla="*/ 2230840 h 3864850"/>
                        <a:gd name="connsiteX11" fmla="*/ 1117194 w 3337707"/>
                        <a:gd name="connsiteY11" fmla="*/ 1938672 h 3864850"/>
                        <a:gd name="connsiteX12" fmla="*/ 945651 w 3337707"/>
                        <a:gd name="connsiteY12" fmla="*/ 1590887 h 3864850"/>
                        <a:gd name="connsiteX13" fmla="*/ 804656 w 3337707"/>
                        <a:gd name="connsiteY13" fmla="*/ 994013 h 3864850"/>
                        <a:gd name="connsiteX14" fmla="*/ 841400 w 3337707"/>
                        <a:gd name="connsiteY14" fmla="*/ 437726 h 3864850"/>
                        <a:gd name="connsiteX15" fmla="*/ 1558876 w 3337707"/>
                        <a:gd name="connsiteY15" fmla="*/ 53 h 3864850"/>
                        <a:gd name="connsiteX16" fmla="*/ 1951411 w 3337707"/>
                        <a:gd name="connsiteY16" fmla="*/ 2065566 h 3864850"/>
                        <a:gd name="connsiteX17" fmla="*/ 1662373 w 3337707"/>
                        <a:gd name="connsiteY17" fmla="*/ 2307604 h 3864850"/>
                        <a:gd name="connsiteX18" fmla="*/ 1754021 w 3337707"/>
                        <a:gd name="connsiteY18" fmla="*/ 2432150 h 3864850"/>
                        <a:gd name="connsiteX19" fmla="*/ 1662374 w 3337707"/>
                        <a:gd name="connsiteY19" fmla="*/ 2643640 h 3864850"/>
                        <a:gd name="connsiteX20" fmla="*/ 1730520 w 3337707"/>
                        <a:gd name="connsiteY20" fmla="*/ 2911528 h 3864850"/>
                        <a:gd name="connsiteX21" fmla="*/ 1909114 w 3337707"/>
                        <a:gd name="connsiteY21" fmla="*/ 2580193 h 3864850"/>
                        <a:gd name="connsiteX22" fmla="*/ 2047757 w 3337707"/>
                        <a:gd name="connsiteY22" fmla="*/ 2737636 h 3864850"/>
                        <a:gd name="connsiteX23" fmla="*/ 2073607 w 3337707"/>
                        <a:gd name="connsiteY23" fmla="*/ 2279406 h 3864850"/>
                        <a:gd name="connsiteX24" fmla="*/ 1951411 w 3337707"/>
                        <a:gd name="connsiteY24" fmla="*/ 2065566 h 3864850"/>
                        <a:gd name="connsiteX25" fmla="*/ 1173593 w 3337707"/>
                        <a:gd name="connsiteY25" fmla="*/ 2067915 h 3864850"/>
                        <a:gd name="connsiteX26" fmla="*/ 1053747 w 3337707"/>
                        <a:gd name="connsiteY26" fmla="*/ 2279406 h 3864850"/>
                        <a:gd name="connsiteX27" fmla="*/ 1051398 w 3337707"/>
                        <a:gd name="connsiteY27" fmla="*/ 2739986 h 3864850"/>
                        <a:gd name="connsiteX28" fmla="*/ 1246439 w 3337707"/>
                        <a:gd name="connsiteY28" fmla="*/ 2570792 h 3864850"/>
                        <a:gd name="connsiteX29" fmla="*/ 1417983 w 3337707"/>
                        <a:gd name="connsiteY29" fmla="*/ 2906828 h 3864850"/>
                        <a:gd name="connsiteX30" fmla="*/ 1462630 w 3337707"/>
                        <a:gd name="connsiteY30" fmla="*/ 2631889 h 3864850"/>
                        <a:gd name="connsiteX31" fmla="*/ 1392133 w 3337707"/>
                        <a:gd name="connsiteY31" fmla="*/ 2439198 h 3864850"/>
                        <a:gd name="connsiteX32" fmla="*/ 1474380 w 3337707"/>
                        <a:gd name="connsiteY32" fmla="*/ 2321703 h 3864850"/>
                        <a:gd name="connsiteX33" fmla="*/ 1173593 w 3337707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0078 w 2908909"/>
                        <a:gd name="connsiteY0" fmla="*/ 53 h 3864850"/>
                        <a:gd name="connsiteX1" fmla="*/ 1887485 w 2908909"/>
                        <a:gd name="connsiteY1" fmla="*/ 536424 h 3864850"/>
                        <a:gd name="connsiteX2" fmla="*/ 1870395 w 2908909"/>
                        <a:gd name="connsiteY2" fmla="*/ 1008112 h 3864850"/>
                        <a:gd name="connsiteX3" fmla="*/ 1804598 w 2908909"/>
                        <a:gd name="connsiteY3" fmla="*/ 1562688 h 3864850"/>
                        <a:gd name="connsiteX4" fmla="*/ 1640106 w 2908909"/>
                        <a:gd name="connsiteY4" fmla="*/ 1875225 h 3864850"/>
                        <a:gd name="connsiteX5" fmla="*/ 1818697 w 2908909"/>
                        <a:gd name="connsiteY5" fmla="*/ 2248858 h 3864850"/>
                        <a:gd name="connsiteX6" fmla="*/ 2615315 w 2908909"/>
                        <a:gd name="connsiteY6" fmla="*/ 2671840 h 3864850"/>
                        <a:gd name="connsiteX7" fmla="*/ 2908909 w 2908909"/>
                        <a:gd name="connsiteY7" fmla="*/ 3621769 h 3864850"/>
                        <a:gd name="connsiteX8" fmla="*/ 1187390 w 2908909"/>
                        <a:gd name="connsiteY8" fmla="*/ 3199018 h 3864850"/>
                        <a:gd name="connsiteX9" fmla="*/ 1 w 2908909"/>
                        <a:gd name="connsiteY9" fmla="*/ 2439324 h 3864850"/>
                        <a:gd name="connsiteX10" fmla="*/ 476905 w 2908909"/>
                        <a:gd name="connsiteY10" fmla="*/ 2230840 h 3864850"/>
                        <a:gd name="connsiteX11" fmla="*/ 688396 w 2908909"/>
                        <a:gd name="connsiteY11" fmla="*/ 1938672 h 3864850"/>
                        <a:gd name="connsiteX12" fmla="*/ 516853 w 2908909"/>
                        <a:gd name="connsiteY12" fmla="*/ 1590887 h 3864850"/>
                        <a:gd name="connsiteX13" fmla="*/ 375858 w 2908909"/>
                        <a:gd name="connsiteY13" fmla="*/ 994013 h 3864850"/>
                        <a:gd name="connsiteX14" fmla="*/ 412602 w 2908909"/>
                        <a:gd name="connsiteY14" fmla="*/ 437726 h 3864850"/>
                        <a:gd name="connsiteX15" fmla="*/ 1130078 w 2908909"/>
                        <a:gd name="connsiteY15" fmla="*/ 53 h 3864850"/>
                        <a:gd name="connsiteX16" fmla="*/ 1522613 w 2908909"/>
                        <a:gd name="connsiteY16" fmla="*/ 2065566 h 3864850"/>
                        <a:gd name="connsiteX17" fmla="*/ 1233575 w 2908909"/>
                        <a:gd name="connsiteY17" fmla="*/ 2307604 h 3864850"/>
                        <a:gd name="connsiteX18" fmla="*/ 1325223 w 2908909"/>
                        <a:gd name="connsiteY18" fmla="*/ 2432150 h 3864850"/>
                        <a:gd name="connsiteX19" fmla="*/ 1233576 w 2908909"/>
                        <a:gd name="connsiteY19" fmla="*/ 2643640 h 3864850"/>
                        <a:gd name="connsiteX20" fmla="*/ 1301722 w 2908909"/>
                        <a:gd name="connsiteY20" fmla="*/ 2911528 h 3864850"/>
                        <a:gd name="connsiteX21" fmla="*/ 1480316 w 2908909"/>
                        <a:gd name="connsiteY21" fmla="*/ 2580193 h 3864850"/>
                        <a:gd name="connsiteX22" fmla="*/ 1618959 w 2908909"/>
                        <a:gd name="connsiteY22" fmla="*/ 2737636 h 3864850"/>
                        <a:gd name="connsiteX23" fmla="*/ 1644809 w 2908909"/>
                        <a:gd name="connsiteY23" fmla="*/ 2279406 h 3864850"/>
                        <a:gd name="connsiteX24" fmla="*/ 1522613 w 2908909"/>
                        <a:gd name="connsiteY24" fmla="*/ 2065566 h 3864850"/>
                        <a:gd name="connsiteX25" fmla="*/ 744795 w 2908909"/>
                        <a:gd name="connsiteY25" fmla="*/ 2067915 h 3864850"/>
                        <a:gd name="connsiteX26" fmla="*/ 624949 w 2908909"/>
                        <a:gd name="connsiteY26" fmla="*/ 2279406 h 3864850"/>
                        <a:gd name="connsiteX27" fmla="*/ 622600 w 2908909"/>
                        <a:gd name="connsiteY27" fmla="*/ 2739986 h 3864850"/>
                        <a:gd name="connsiteX28" fmla="*/ 817641 w 2908909"/>
                        <a:gd name="connsiteY28" fmla="*/ 2570792 h 3864850"/>
                        <a:gd name="connsiteX29" fmla="*/ 989185 w 2908909"/>
                        <a:gd name="connsiteY29" fmla="*/ 2906828 h 3864850"/>
                        <a:gd name="connsiteX30" fmla="*/ 1033832 w 2908909"/>
                        <a:gd name="connsiteY30" fmla="*/ 2631889 h 3864850"/>
                        <a:gd name="connsiteX31" fmla="*/ 963335 w 2908909"/>
                        <a:gd name="connsiteY31" fmla="*/ 2439198 h 3864850"/>
                        <a:gd name="connsiteX32" fmla="*/ 1045582 w 2908909"/>
                        <a:gd name="connsiteY32" fmla="*/ 2321703 h 3864850"/>
                        <a:gd name="connsiteX33" fmla="*/ 744795 w 2908909"/>
                        <a:gd name="connsiteY33" fmla="*/ 2067915 h 3864850"/>
                        <a:gd name="connsiteX0" fmla="*/ 1130076 w 2908907"/>
                        <a:gd name="connsiteY0" fmla="*/ 53 h 3864850"/>
                        <a:gd name="connsiteX1" fmla="*/ 1887483 w 2908907"/>
                        <a:gd name="connsiteY1" fmla="*/ 536424 h 3864850"/>
                        <a:gd name="connsiteX2" fmla="*/ 1870393 w 2908907"/>
                        <a:gd name="connsiteY2" fmla="*/ 1008112 h 3864850"/>
                        <a:gd name="connsiteX3" fmla="*/ 1804596 w 2908907"/>
                        <a:gd name="connsiteY3" fmla="*/ 1562688 h 3864850"/>
                        <a:gd name="connsiteX4" fmla="*/ 1640104 w 2908907"/>
                        <a:gd name="connsiteY4" fmla="*/ 1875225 h 3864850"/>
                        <a:gd name="connsiteX5" fmla="*/ 1818695 w 2908907"/>
                        <a:gd name="connsiteY5" fmla="*/ 2248858 h 3864850"/>
                        <a:gd name="connsiteX6" fmla="*/ 2615313 w 2908907"/>
                        <a:gd name="connsiteY6" fmla="*/ 2671840 h 3864850"/>
                        <a:gd name="connsiteX7" fmla="*/ 2908907 w 2908907"/>
                        <a:gd name="connsiteY7" fmla="*/ 3621769 h 3864850"/>
                        <a:gd name="connsiteX8" fmla="*/ 1187388 w 2908907"/>
                        <a:gd name="connsiteY8" fmla="*/ 3199018 h 3864850"/>
                        <a:gd name="connsiteX9" fmla="*/ -1 w 2908907"/>
                        <a:gd name="connsiteY9" fmla="*/ 2439324 h 3864850"/>
                        <a:gd name="connsiteX10" fmla="*/ 476903 w 2908907"/>
                        <a:gd name="connsiteY10" fmla="*/ 2230840 h 3864850"/>
                        <a:gd name="connsiteX11" fmla="*/ 688394 w 2908907"/>
                        <a:gd name="connsiteY11" fmla="*/ 1938672 h 3864850"/>
                        <a:gd name="connsiteX12" fmla="*/ 516851 w 2908907"/>
                        <a:gd name="connsiteY12" fmla="*/ 1590887 h 3864850"/>
                        <a:gd name="connsiteX13" fmla="*/ 375856 w 2908907"/>
                        <a:gd name="connsiteY13" fmla="*/ 994013 h 3864850"/>
                        <a:gd name="connsiteX14" fmla="*/ 412600 w 2908907"/>
                        <a:gd name="connsiteY14" fmla="*/ 437726 h 3864850"/>
                        <a:gd name="connsiteX15" fmla="*/ 1130076 w 2908907"/>
                        <a:gd name="connsiteY15" fmla="*/ 53 h 3864850"/>
                        <a:gd name="connsiteX16" fmla="*/ 1522611 w 2908907"/>
                        <a:gd name="connsiteY16" fmla="*/ 2065566 h 3864850"/>
                        <a:gd name="connsiteX17" fmla="*/ 1233573 w 2908907"/>
                        <a:gd name="connsiteY17" fmla="*/ 2307604 h 3864850"/>
                        <a:gd name="connsiteX18" fmla="*/ 1325221 w 2908907"/>
                        <a:gd name="connsiteY18" fmla="*/ 2432150 h 3864850"/>
                        <a:gd name="connsiteX19" fmla="*/ 1233574 w 2908907"/>
                        <a:gd name="connsiteY19" fmla="*/ 2643640 h 3864850"/>
                        <a:gd name="connsiteX20" fmla="*/ 1301720 w 2908907"/>
                        <a:gd name="connsiteY20" fmla="*/ 2911528 h 3864850"/>
                        <a:gd name="connsiteX21" fmla="*/ 1480314 w 2908907"/>
                        <a:gd name="connsiteY21" fmla="*/ 2580193 h 3864850"/>
                        <a:gd name="connsiteX22" fmla="*/ 1618957 w 2908907"/>
                        <a:gd name="connsiteY22" fmla="*/ 2737636 h 3864850"/>
                        <a:gd name="connsiteX23" fmla="*/ 1644807 w 2908907"/>
                        <a:gd name="connsiteY23" fmla="*/ 2279406 h 3864850"/>
                        <a:gd name="connsiteX24" fmla="*/ 1522611 w 2908907"/>
                        <a:gd name="connsiteY24" fmla="*/ 2065566 h 3864850"/>
                        <a:gd name="connsiteX25" fmla="*/ 744793 w 2908907"/>
                        <a:gd name="connsiteY25" fmla="*/ 2067915 h 3864850"/>
                        <a:gd name="connsiteX26" fmla="*/ 624947 w 2908907"/>
                        <a:gd name="connsiteY26" fmla="*/ 2279406 h 3864850"/>
                        <a:gd name="connsiteX27" fmla="*/ 622598 w 2908907"/>
                        <a:gd name="connsiteY27" fmla="*/ 2739986 h 3864850"/>
                        <a:gd name="connsiteX28" fmla="*/ 817639 w 2908907"/>
                        <a:gd name="connsiteY28" fmla="*/ 2570792 h 3864850"/>
                        <a:gd name="connsiteX29" fmla="*/ 989183 w 2908907"/>
                        <a:gd name="connsiteY29" fmla="*/ 2906828 h 3864850"/>
                        <a:gd name="connsiteX30" fmla="*/ 1033830 w 2908907"/>
                        <a:gd name="connsiteY30" fmla="*/ 2631889 h 3864850"/>
                        <a:gd name="connsiteX31" fmla="*/ 963333 w 2908907"/>
                        <a:gd name="connsiteY31" fmla="*/ 2439198 h 3864850"/>
                        <a:gd name="connsiteX32" fmla="*/ 1045580 w 2908907"/>
                        <a:gd name="connsiteY32" fmla="*/ 2321703 h 3864850"/>
                        <a:gd name="connsiteX33" fmla="*/ 744793 w 2908907"/>
                        <a:gd name="connsiteY33" fmla="*/ 2067915 h 3864850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908907"/>
                        <a:gd name="connsiteY0" fmla="*/ 53 h 4021308"/>
                        <a:gd name="connsiteX1" fmla="*/ 1887483 w 2908907"/>
                        <a:gd name="connsiteY1" fmla="*/ 536424 h 4021308"/>
                        <a:gd name="connsiteX2" fmla="*/ 1870393 w 2908907"/>
                        <a:gd name="connsiteY2" fmla="*/ 1008112 h 4021308"/>
                        <a:gd name="connsiteX3" fmla="*/ 1804596 w 2908907"/>
                        <a:gd name="connsiteY3" fmla="*/ 1562688 h 4021308"/>
                        <a:gd name="connsiteX4" fmla="*/ 1640104 w 2908907"/>
                        <a:gd name="connsiteY4" fmla="*/ 1875225 h 4021308"/>
                        <a:gd name="connsiteX5" fmla="*/ 1818695 w 2908907"/>
                        <a:gd name="connsiteY5" fmla="*/ 2248858 h 4021308"/>
                        <a:gd name="connsiteX6" fmla="*/ 2615313 w 2908907"/>
                        <a:gd name="connsiteY6" fmla="*/ 2671840 h 4021308"/>
                        <a:gd name="connsiteX7" fmla="*/ 2908907 w 2908907"/>
                        <a:gd name="connsiteY7" fmla="*/ 3621769 h 4021308"/>
                        <a:gd name="connsiteX8" fmla="*/ 1494314 w 2908907"/>
                        <a:gd name="connsiteY8" fmla="*/ 4010364 h 4021308"/>
                        <a:gd name="connsiteX9" fmla="*/ 1187388 w 2908907"/>
                        <a:gd name="connsiteY9" fmla="*/ 3199018 h 4021308"/>
                        <a:gd name="connsiteX10" fmla="*/ -1 w 2908907"/>
                        <a:gd name="connsiteY10" fmla="*/ 2439324 h 4021308"/>
                        <a:gd name="connsiteX11" fmla="*/ 476903 w 2908907"/>
                        <a:gd name="connsiteY11" fmla="*/ 2230840 h 4021308"/>
                        <a:gd name="connsiteX12" fmla="*/ 688394 w 2908907"/>
                        <a:gd name="connsiteY12" fmla="*/ 1938672 h 4021308"/>
                        <a:gd name="connsiteX13" fmla="*/ 516851 w 2908907"/>
                        <a:gd name="connsiteY13" fmla="*/ 1590887 h 4021308"/>
                        <a:gd name="connsiteX14" fmla="*/ 375856 w 2908907"/>
                        <a:gd name="connsiteY14" fmla="*/ 994013 h 4021308"/>
                        <a:gd name="connsiteX15" fmla="*/ 412600 w 2908907"/>
                        <a:gd name="connsiteY15" fmla="*/ 437726 h 4021308"/>
                        <a:gd name="connsiteX16" fmla="*/ 1130076 w 2908907"/>
                        <a:gd name="connsiteY16" fmla="*/ 53 h 4021308"/>
                        <a:gd name="connsiteX17" fmla="*/ 1522611 w 2908907"/>
                        <a:gd name="connsiteY17" fmla="*/ 2065566 h 4021308"/>
                        <a:gd name="connsiteX18" fmla="*/ 1233573 w 2908907"/>
                        <a:gd name="connsiteY18" fmla="*/ 2307604 h 4021308"/>
                        <a:gd name="connsiteX19" fmla="*/ 1325221 w 2908907"/>
                        <a:gd name="connsiteY19" fmla="*/ 2432150 h 4021308"/>
                        <a:gd name="connsiteX20" fmla="*/ 1233574 w 2908907"/>
                        <a:gd name="connsiteY20" fmla="*/ 2643640 h 4021308"/>
                        <a:gd name="connsiteX21" fmla="*/ 1301720 w 2908907"/>
                        <a:gd name="connsiteY21" fmla="*/ 2911528 h 4021308"/>
                        <a:gd name="connsiteX22" fmla="*/ 1480314 w 2908907"/>
                        <a:gd name="connsiteY22" fmla="*/ 2580193 h 4021308"/>
                        <a:gd name="connsiteX23" fmla="*/ 1618957 w 2908907"/>
                        <a:gd name="connsiteY23" fmla="*/ 2737636 h 4021308"/>
                        <a:gd name="connsiteX24" fmla="*/ 1644807 w 2908907"/>
                        <a:gd name="connsiteY24" fmla="*/ 2279406 h 4021308"/>
                        <a:gd name="connsiteX25" fmla="*/ 1522611 w 2908907"/>
                        <a:gd name="connsiteY25" fmla="*/ 2065566 h 4021308"/>
                        <a:gd name="connsiteX26" fmla="*/ 744793 w 2908907"/>
                        <a:gd name="connsiteY26" fmla="*/ 2067915 h 4021308"/>
                        <a:gd name="connsiteX27" fmla="*/ 624947 w 2908907"/>
                        <a:gd name="connsiteY27" fmla="*/ 2279406 h 4021308"/>
                        <a:gd name="connsiteX28" fmla="*/ 622598 w 2908907"/>
                        <a:gd name="connsiteY28" fmla="*/ 2739986 h 4021308"/>
                        <a:gd name="connsiteX29" fmla="*/ 817639 w 2908907"/>
                        <a:gd name="connsiteY29" fmla="*/ 2570792 h 4021308"/>
                        <a:gd name="connsiteX30" fmla="*/ 989183 w 2908907"/>
                        <a:gd name="connsiteY30" fmla="*/ 2906828 h 4021308"/>
                        <a:gd name="connsiteX31" fmla="*/ 1033830 w 2908907"/>
                        <a:gd name="connsiteY31" fmla="*/ 2631889 h 4021308"/>
                        <a:gd name="connsiteX32" fmla="*/ 963333 w 2908907"/>
                        <a:gd name="connsiteY32" fmla="*/ 2439198 h 4021308"/>
                        <a:gd name="connsiteX33" fmla="*/ 1045580 w 2908907"/>
                        <a:gd name="connsiteY33" fmla="*/ 2321703 h 4021308"/>
                        <a:gd name="connsiteX34" fmla="*/ 744793 w 2908907"/>
                        <a:gd name="connsiteY34" fmla="*/ 2067915 h 4021308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808540"/>
                        <a:gd name="connsiteY0" fmla="*/ 53 h 4021308"/>
                        <a:gd name="connsiteX1" fmla="*/ 1887483 w 2808540"/>
                        <a:gd name="connsiteY1" fmla="*/ 536424 h 4021308"/>
                        <a:gd name="connsiteX2" fmla="*/ 1870393 w 2808540"/>
                        <a:gd name="connsiteY2" fmla="*/ 1008112 h 4021308"/>
                        <a:gd name="connsiteX3" fmla="*/ 1804596 w 2808540"/>
                        <a:gd name="connsiteY3" fmla="*/ 1562688 h 4021308"/>
                        <a:gd name="connsiteX4" fmla="*/ 1640104 w 2808540"/>
                        <a:gd name="connsiteY4" fmla="*/ 1875225 h 4021308"/>
                        <a:gd name="connsiteX5" fmla="*/ 1818695 w 2808540"/>
                        <a:gd name="connsiteY5" fmla="*/ 2248858 h 4021308"/>
                        <a:gd name="connsiteX6" fmla="*/ 2615313 w 2808540"/>
                        <a:gd name="connsiteY6" fmla="*/ 2671840 h 4021308"/>
                        <a:gd name="connsiteX7" fmla="*/ 2808539 w 2808540"/>
                        <a:gd name="connsiteY7" fmla="*/ 3621769 h 4021308"/>
                        <a:gd name="connsiteX8" fmla="*/ 1494314 w 2808540"/>
                        <a:gd name="connsiteY8" fmla="*/ 4010364 h 4021308"/>
                        <a:gd name="connsiteX9" fmla="*/ 1187388 w 2808540"/>
                        <a:gd name="connsiteY9" fmla="*/ 3199018 h 4021308"/>
                        <a:gd name="connsiteX10" fmla="*/ -1 w 2808540"/>
                        <a:gd name="connsiteY10" fmla="*/ 2439324 h 4021308"/>
                        <a:gd name="connsiteX11" fmla="*/ 476903 w 2808540"/>
                        <a:gd name="connsiteY11" fmla="*/ 2230840 h 4021308"/>
                        <a:gd name="connsiteX12" fmla="*/ 688394 w 2808540"/>
                        <a:gd name="connsiteY12" fmla="*/ 1938672 h 4021308"/>
                        <a:gd name="connsiteX13" fmla="*/ 516851 w 2808540"/>
                        <a:gd name="connsiteY13" fmla="*/ 1590887 h 4021308"/>
                        <a:gd name="connsiteX14" fmla="*/ 375856 w 2808540"/>
                        <a:gd name="connsiteY14" fmla="*/ 994013 h 4021308"/>
                        <a:gd name="connsiteX15" fmla="*/ 412600 w 2808540"/>
                        <a:gd name="connsiteY15" fmla="*/ 437726 h 4021308"/>
                        <a:gd name="connsiteX16" fmla="*/ 1130076 w 2808540"/>
                        <a:gd name="connsiteY16" fmla="*/ 53 h 4021308"/>
                        <a:gd name="connsiteX17" fmla="*/ 1522611 w 2808540"/>
                        <a:gd name="connsiteY17" fmla="*/ 2065566 h 4021308"/>
                        <a:gd name="connsiteX18" fmla="*/ 1233573 w 2808540"/>
                        <a:gd name="connsiteY18" fmla="*/ 2307604 h 4021308"/>
                        <a:gd name="connsiteX19" fmla="*/ 1325221 w 2808540"/>
                        <a:gd name="connsiteY19" fmla="*/ 2432150 h 4021308"/>
                        <a:gd name="connsiteX20" fmla="*/ 1233574 w 2808540"/>
                        <a:gd name="connsiteY20" fmla="*/ 2643640 h 4021308"/>
                        <a:gd name="connsiteX21" fmla="*/ 1301720 w 2808540"/>
                        <a:gd name="connsiteY21" fmla="*/ 2911528 h 4021308"/>
                        <a:gd name="connsiteX22" fmla="*/ 1480314 w 2808540"/>
                        <a:gd name="connsiteY22" fmla="*/ 2580193 h 4021308"/>
                        <a:gd name="connsiteX23" fmla="*/ 1618957 w 2808540"/>
                        <a:gd name="connsiteY23" fmla="*/ 2737636 h 4021308"/>
                        <a:gd name="connsiteX24" fmla="*/ 1644807 w 2808540"/>
                        <a:gd name="connsiteY24" fmla="*/ 2279406 h 4021308"/>
                        <a:gd name="connsiteX25" fmla="*/ 1522611 w 2808540"/>
                        <a:gd name="connsiteY25" fmla="*/ 2065566 h 4021308"/>
                        <a:gd name="connsiteX26" fmla="*/ 744793 w 2808540"/>
                        <a:gd name="connsiteY26" fmla="*/ 2067915 h 4021308"/>
                        <a:gd name="connsiteX27" fmla="*/ 624947 w 2808540"/>
                        <a:gd name="connsiteY27" fmla="*/ 2279406 h 4021308"/>
                        <a:gd name="connsiteX28" fmla="*/ 622598 w 2808540"/>
                        <a:gd name="connsiteY28" fmla="*/ 2739986 h 4021308"/>
                        <a:gd name="connsiteX29" fmla="*/ 817639 w 2808540"/>
                        <a:gd name="connsiteY29" fmla="*/ 2570792 h 4021308"/>
                        <a:gd name="connsiteX30" fmla="*/ 989183 w 2808540"/>
                        <a:gd name="connsiteY30" fmla="*/ 2906828 h 4021308"/>
                        <a:gd name="connsiteX31" fmla="*/ 1033830 w 2808540"/>
                        <a:gd name="connsiteY31" fmla="*/ 2631889 h 4021308"/>
                        <a:gd name="connsiteX32" fmla="*/ 963333 w 2808540"/>
                        <a:gd name="connsiteY32" fmla="*/ 2439198 h 4021308"/>
                        <a:gd name="connsiteX33" fmla="*/ 1045580 w 2808540"/>
                        <a:gd name="connsiteY33" fmla="*/ 2321703 h 4021308"/>
                        <a:gd name="connsiteX34" fmla="*/ 744793 w 2808540"/>
                        <a:gd name="connsiteY34" fmla="*/ 2067915 h 4021308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640106 w 2808540"/>
                        <a:gd name="connsiteY4" fmla="*/ 1875225 h 4025919"/>
                        <a:gd name="connsiteX5" fmla="*/ 1818697 w 2808540"/>
                        <a:gd name="connsiteY5" fmla="*/ 2248858 h 4025919"/>
                        <a:gd name="connsiteX6" fmla="*/ 2615315 w 2808540"/>
                        <a:gd name="connsiteY6" fmla="*/ 2671840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640104 w 2808540"/>
                        <a:gd name="connsiteY4" fmla="*/ 1875225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036838 w 2808540"/>
                        <a:gd name="connsiteY9" fmla="*/ 3188982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036836 w 2808540"/>
                        <a:gd name="connsiteY9" fmla="*/ 3188982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808540" h="4025919">
                          <a:moveTo>
                            <a:pt x="1130076" y="53"/>
                          </a:moveTo>
                          <a:cubicBezTo>
                            <a:pt x="1507396" y="-3815"/>
                            <a:pt x="1880594" y="205088"/>
                            <a:pt x="1887483" y="536424"/>
                          </a:cubicBezTo>
                          <a:cubicBezTo>
                            <a:pt x="1922518" y="750051"/>
                            <a:pt x="1896456" y="799185"/>
                            <a:pt x="1870393" y="1008112"/>
                          </a:cubicBezTo>
                          <a:cubicBezTo>
                            <a:pt x="2006688" y="1130307"/>
                            <a:pt x="1994154" y="1335531"/>
                            <a:pt x="1804596" y="1562688"/>
                          </a:cubicBezTo>
                          <a:cubicBezTo>
                            <a:pt x="1804596" y="1698198"/>
                            <a:pt x="1632217" y="1809135"/>
                            <a:pt x="1589920" y="1895298"/>
                          </a:cubicBezTo>
                          <a:cubicBezTo>
                            <a:pt x="1592269" y="2009660"/>
                            <a:pt x="1642062" y="2098856"/>
                            <a:pt x="1818695" y="2248858"/>
                          </a:cubicBezTo>
                          <a:cubicBezTo>
                            <a:pt x="1969481" y="2287239"/>
                            <a:pt x="2232564" y="2361550"/>
                            <a:pt x="2615314" y="2762172"/>
                          </a:cubicBezTo>
                          <a:cubicBezTo>
                            <a:pt x="2736156" y="2961843"/>
                            <a:pt x="2725296" y="3149511"/>
                            <a:pt x="2808539" y="3621769"/>
                          </a:cubicBezTo>
                          <a:cubicBezTo>
                            <a:pt x="2653490" y="3905076"/>
                            <a:pt x="1781234" y="4080822"/>
                            <a:pt x="1494314" y="4010364"/>
                          </a:cubicBezTo>
                          <a:cubicBezTo>
                            <a:pt x="1388056" y="3849575"/>
                            <a:pt x="1237378" y="3440786"/>
                            <a:pt x="1036836" y="3188982"/>
                          </a:cubicBezTo>
                          <a:cubicBezTo>
                            <a:pt x="639519" y="2819880"/>
                            <a:pt x="95333" y="2558678"/>
                            <a:pt x="-1" y="2439324"/>
                          </a:cubicBezTo>
                          <a:cubicBezTo>
                            <a:pt x="155208" y="2280742"/>
                            <a:pt x="178204" y="2312564"/>
                            <a:pt x="476903" y="2230840"/>
                          </a:cubicBezTo>
                          <a:cubicBezTo>
                            <a:pt x="661894" y="2092196"/>
                            <a:pt x="681736" y="2045331"/>
                            <a:pt x="688394" y="1938672"/>
                          </a:cubicBezTo>
                          <a:cubicBezTo>
                            <a:pt x="614123" y="1751108"/>
                            <a:pt x="516851" y="1738147"/>
                            <a:pt x="516851" y="1590887"/>
                          </a:cubicBezTo>
                          <a:cubicBezTo>
                            <a:pt x="200539" y="1390790"/>
                            <a:pt x="311768" y="1053828"/>
                            <a:pt x="375856" y="994013"/>
                          </a:cubicBezTo>
                          <a:cubicBezTo>
                            <a:pt x="359905" y="727121"/>
                            <a:pt x="353355" y="615321"/>
                            <a:pt x="412600" y="437726"/>
                          </a:cubicBezTo>
                          <a:cubicBezTo>
                            <a:pt x="540643" y="134785"/>
                            <a:pt x="836606" y="3062"/>
                            <a:pt x="1130076" y="53"/>
                          </a:cubicBezTo>
                          <a:close/>
                          <a:moveTo>
                            <a:pt x="1522611" y="2065566"/>
                          </a:moveTo>
                          <a:cubicBezTo>
                            <a:pt x="1449764" y="2139197"/>
                            <a:pt x="1297021" y="2248073"/>
                            <a:pt x="1233573" y="2307604"/>
                          </a:cubicBezTo>
                          <a:cubicBezTo>
                            <a:pt x="1278222" y="2379668"/>
                            <a:pt x="1313470" y="2395334"/>
                            <a:pt x="1325221" y="2432150"/>
                          </a:cubicBezTo>
                          <a:cubicBezTo>
                            <a:pt x="1301721" y="2487764"/>
                            <a:pt x="1257073" y="2585675"/>
                            <a:pt x="1233574" y="2643640"/>
                          </a:cubicBezTo>
                          <a:lnTo>
                            <a:pt x="1301720" y="2911528"/>
                          </a:lnTo>
                          <a:cubicBezTo>
                            <a:pt x="1376917" y="2790900"/>
                            <a:pt x="1440366" y="2656173"/>
                            <a:pt x="1480314" y="2580193"/>
                          </a:cubicBezTo>
                          <a:lnTo>
                            <a:pt x="1618957" y="2737636"/>
                          </a:lnTo>
                          <a:cubicBezTo>
                            <a:pt x="1618175" y="2584109"/>
                            <a:pt x="1647940" y="2486981"/>
                            <a:pt x="1644807" y="2279406"/>
                          </a:cubicBezTo>
                          <a:lnTo>
                            <a:pt x="1522611" y="2065566"/>
                          </a:lnTo>
                          <a:close/>
                          <a:moveTo>
                            <a:pt x="744793" y="2067915"/>
                          </a:moveTo>
                          <a:lnTo>
                            <a:pt x="624947" y="2279406"/>
                          </a:lnTo>
                          <a:lnTo>
                            <a:pt x="622598" y="2739986"/>
                          </a:lnTo>
                          <a:lnTo>
                            <a:pt x="817639" y="2570792"/>
                          </a:lnTo>
                          <a:cubicBezTo>
                            <a:pt x="857587" y="2646773"/>
                            <a:pt x="913986" y="2786200"/>
                            <a:pt x="989183" y="2906828"/>
                          </a:cubicBezTo>
                          <a:lnTo>
                            <a:pt x="1033830" y="2631889"/>
                          </a:lnTo>
                          <a:cubicBezTo>
                            <a:pt x="1010331" y="2573925"/>
                            <a:pt x="986832" y="2494812"/>
                            <a:pt x="963333" y="2439198"/>
                          </a:cubicBezTo>
                          <a:cubicBezTo>
                            <a:pt x="975083" y="2402382"/>
                            <a:pt x="1000932" y="2393767"/>
                            <a:pt x="1045580" y="2321703"/>
                          </a:cubicBezTo>
                          <a:cubicBezTo>
                            <a:pt x="982133" y="2262173"/>
                            <a:pt x="817640" y="2141546"/>
                            <a:pt x="744793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D9FF471-E87B-74BB-B69C-9919FABB2C50}"/>
                      </a:ext>
                    </a:extLst>
                  </p:cNvPr>
                  <p:cNvGrpSpPr/>
                  <p:nvPr/>
                </p:nvGrpSpPr>
                <p:grpSpPr>
                  <a:xfrm>
                    <a:off x="6060258" y="5605213"/>
                    <a:ext cx="620260" cy="568678"/>
                    <a:chOff x="3168656" y="5185159"/>
                    <a:chExt cx="837482" cy="767840"/>
                  </a:xfrm>
                  <a:grpFill/>
                </p:grpSpPr>
                <p:sp>
                  <p:nvSpPr>
                    <p:cNvPr id="12" name="Freeform 21">
                      <a:extLst>
                        <a:ext uri="{FF2B5EF4-FFF2-40B4-BE49-F238E27FC236}">
                          <a16:creationId xmlns:a16="http://schemas.microsoft.com/office/drawing/2014/main" id="{B74C064B-17B3-94A0-9569-3522B2E454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68656" y="5289453"/>
                      <a:ext cx="555515" cy="558437"/>
                    </a:xfrm>
                    <a:custGeom>
                      <a:avLst/>
                      <a:gdLst>
                        <a:gd name="connsiteX0" fmla="*/ 305935 w 555515"/>
                        <a:gd name="connsiteY0" fmla="*/ 170871 h 558439"/>
                        <a:gd name="connsiteX1" fmla="*/ 258251 w 555515"/>
                        <a:gd name="connsiteY1" fmla="*/ 171795 h 558439"/>
                        <a:gd name="connsiteX2" fmla="*/ 304751 w 555515"/>
                        <a:gd name="connsiteY2" fmla="*/ 387511 h 558439"/>
                        <a:gd name="connsiteX3" fmla="*/ 305935 w 555515"/>
                        <a:gd name="connsiteY3" fmla="*/ 170871 h 558439"/>
                        <a:gd name="connsiteX4" fmla="*/ 262506 w 555515"/>
                        <a:gd name="connsiteY4" fmla="*/ 0 h 558439"/>
                        <a:gd name="connsiteX5" fmla="*/ 344995 w 555515"/>
                        <a:gd name="connsiteY5" fmla="*/ 76806 h 558439"/>
                        <a:gd name="connsiteX6" fmla="*/ 433929 w 555515"/>
                        <a:gd name="connsiteY6" fmla="*/ 49190 h 558439"/>
                        <a:gd name="connsiteX7" fmla="*/ 506107 w 555515"/>
                        <a:gd name="connsiteY7" fmla="*/ 121681 h 558439"/>
                        <a:gd name="connsiteX8" fmla="*/ 482907 w 555515"/>
                        <a:gd name="connsiteY8" fmla="*/ 215747 h 558439"/>
                        <a:gd name="connsiteX9" fmla="*/ 555515 w 555515"/>
                        <a:gd name="connsiteY9" fmla="*/ 228691 h 558439"/>
                        <a:gd name="connsiteX10" fmla="*/ 554656 w 555515"/>
                        <a:gd name="connsiteY10" fmla="*/ 332681 h 558439"/>
                        <a:gd name="connsiteX11" fmla="*/ 479041 w 555515"/>
                        <a:gd name="connsiteY11" fmla="*/ 345194 h 558439"/>
                        <a:gd name="connsiteX12" fmla="*/ 507396 w 555515"/>
                        <a:gd name="connsiteY12" fmla="*/ 434082 h 558439"/>
                        <a:gd name="connsiteX13" fmla="*/ 433929 w 555515"/>
                        <a:gd name="connsiteY13" fmla="*/ 509593 h 558439"/>
                        <a:gd name="connsiteX14" fmla="*/ 360462 w 555515"/>
                        <a:gd name="connsiteY14" fmla="*/ 474211 h 558439"/>
                        <a:gd name="connsiteX15" fmla="*/ 328239 w 555515"/>
                        <a:gd name="connsiteY15" fmla="*/ 557920 h 558439"/>
                        <a:gd name="connsiteX16" fmla="*/ 208372 w 555515"/>
                        <a:gd name="connsiteY16" fmla="*/ 481115 h 558439"/>
                        <a:gd name="connsiteX17" fmla="*/ 122875 w 555515"/>
                        <a:gd name="connsiteY17" fmla="*/ 509593 h 558439"/>
                        <a:gd name="connsiteX18" fmla="*/ 51986 w 555515"/>
                        <a:gd name="connsiteY18" fmla="*/ 440554 h 558439"/>
                        <a:gd name="connsiteX19" fmla="*/ 85067 w 555515"/>
                        <a:gd name="connsiteY19" fmla="*/ 363317 h 558439"/>
                        <a:gd name="connsiteX20" fmla="*/ 0 w 555515"/>
                        <a:gd name="connsiteY20" fmla="*/ 325777 h 558439"/>
                        <a:gd name="connsiteX21" fmla="*/ 2148 w 555515"/>
                        <a:gd name="connsiteY21" fmla="*/ 227397 h 558439"/>
                        <a:gd name="connsiteX22" fmla="*/ 72178 w 555515"/>
                        <a:gd name="connsiteY22" fmla="*/ 213158 h 558439"/>
                        <a:gd name="connsiteX23" fmla="*/ 49838 w 555515"/>
                        <a:gd name="connsiteY23" fmla="*/ 121681 h 558439"/>
                        <a:gd name="connsiteX24" fmla="*/ 122875 w 555515"/>
                        <a:gd name="connsiteY24" fmla="*/ 49622 h 558439"/>
                        <a:gd name="connsiteX25" fmla="*/ 211809 w 555515"/>
                        <a:gd name="connsiteY25" fmla="*/ 76806 h 558439"/>
                        <a:gd name="connsiteX26" fmla="*/ 262506 w 555515"/>
                        <a:gd name="connsiteY26" fmla="*/ 0 h 5584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555515" h="558439">
                          <a:moveTo>
                            <a:pt x="305935" y="170871"/>
                          </a:moveTo>
                          <a:cubicBezTo>
                            <a:pt x="291734" y="167838"/>
                            <a:pt x="275797" y="167858"/>
                            <a:pt x="258251" y="171795"/>
                          </a:cubicBezTo>
                          <a:cubicBezTo>
                            <a:pt x="111862" y="204584"/>
                            <a:pt x="158362" y="419005"/>
                            <a:pt x="304751" y="387511"/>
                          </a:cubicBezTo>
                          <a:cubicBezTo>
                            <a:pt x="419656" y="362973"/>
                            <a:pt x="405340" y="192106"/>
                            <a:pt x="305935" y="170871"/>
                          </a:cubicBezTo>
                          <a:close/>
                          <a:moveTo>
                            <a:pt x="262506" y="0"/>
                          </a:moveTo>
                          <a:cubicBezTo>
                            <a:pt x="390536" y="0"/>
                            <a:pt x="310195" y="39266"/>
                            <a:pt x="344995" y="76806"/>
                          </a:cubicBezTo>
                          <a:cubicBezTo>
                            <a:pt x="392255" y="100538"/>
                            <a:pt x="393114" y="66882"/>
                            <a:pt x="433929" y="49190"/>
                          </a:cubicBezTo>
                          <a:cubicBezTo>
                            <a:pt x="460566" y="61704"/>
                            <a:pt x="492789" y="94929"/>
                            <a:pt x="506107" y="121681"/>
                          </a:cubicBezTo>
                          <a:cubicBezTo>
                            <a:pt x="491500" y="166556"/>
                            <a:pt x="448537" y="168282"/>
                            <a:pt x="482907" y="215747"/>
                          </a:cubicBezTo>
                          <a:lnTo>
                            <a:pt x="555515" y="228691"/>
                          </a:lnTo>
                          <a:lnTo>
                            <a:pt x="554656" y="332681"/>
                          </a:lnTo>
                          <a:lnTo>
                            <a:pt x="479041" y="345194"/>
                          </a:lnTo>
                          <a:cubicBezTo>
                            <a:pt x="460137" y="406466"/>
                            <a:pt x="481189" y="384460"/>
                            <a:pt x="507396" y="434082"/>
                          </a:cubicBezTo>
                          <a:cubicBezTo>
                            <a:pt x="498804" y="459108"/>
                            <a:pt x="460137" y="498374"/>
                            <a:pt x="433929" y="509593"/>
                          </a:cubicBezTo>
                          <a:cubicBezTo>
                            <a:pt x="406003" y="497943"/>
                            <a:pt x="388388" y="466012"/>
                            <a:pt x="360462" y="474211"/>
                          </a:cubicBezTo>
                          <a:cubicBezTo>
                            <a:pt x="330817" y="482841"/>
                            <a:pt x="342417" y="521675"/>
                            <a:pt x="328239" y="557920"/>
                          </a:cubicBezTo>
                          <a:cubicBezTo>
                            <a:pt x="147364" y="563098"/>
                            <a:pt x="257780" y="529010"/>
                            <a:pt x="208372" y="481115"/>
                          </a:cubicBezTo>
                          <a:cubicBezTo>
                            <a:pt x="181305" y="454794"/>
                            <a:pt x="149083" y="498374"/>
                            <a:pt x="122875" y="509593"/>
                          </a:cubicBezTo>
                          <a:cubicBezTo>
                            <a:pt x="101393" y="499669"/>
                            <a:pt x="63586" y="461697"/>
                            <a:pt x="51986" y="440554"/>
                          </a:cubicBezTo>
                          <a:cubicBezTo>
                            <a:pt x="60149" y="398700"/>
                            <a:pt x="97527" y="396974"/>
                            <a:pt x="85067" y="363317"/>
                          </a:cubicBezTo>
                          <a:cubicBezTo>
                            <a:pt x="70890" y="323620"/>
                            <a:pt x="36519" y="348215"/>
                            <a:pt x="0" y="325777"/>
                          </a:cubicBezTo>
                          <a:lnTo>
                            <a:pt x="2148" y="227397"/>
                          </a:lnTo>
                          <a:lnTo>
                            <a:pt x="72178" y="213158"/>
                          </a:lnTo>
                          <a:cubicBezTo>
                            <a:pt x="115571" y="188563"/>
                            <a:pt x="49408" y="138509"/>
                            <a:pt x="49838" y="121681"/>
                          </a:cubicBezTo>
                          <a:cubicBezTo>
                            <a:pt x="61867" y="91477"/>
                            <a:pt x="92371" y="62567"/>
                            <a:pt x="122875" y="49622"/>
                          </a:cubicBezTo>
                          <a:cubicBezTo>
                            <a:pt x="163261" y="65587"/>
                            <a:pt x="164120" y="102696"/>
                            <a:pt x="211809" y="76806"/>
                          </a:cubicBezTo>
                          <a:cubicBezTo>
                            <a:pt x="231142" y="24595"/>
                            <a:pt x="199350" y="0"/>
                            <a:pt x="262506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3" name="Freeform 22">
                      <a:extLst>
                        <a:ext uri="{FF2B5EF4-FFF2-40B4-BE49-F238E27FC236}">
                          <a16:creationId xmlns:a16="http://schemas.microsoft.com/office/drawing/2014/main" id="{A8B262A3-BAB7-2CD5-0E4F-3F9C6980D0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189" y="5185159"/>
                      <a:ext cx="336949" cy="322308"/>
                    </a:xfrm>
                    <a:custGeom>
                      <a:avLst/>
                      <a:gdLst>
                        <a:gd name="connsiteX0" fmla="*/ 176595 w 336950"/>
                        <a:gd name="connsiteY0" fmla="*/ 106609 h 322312"/>
                        <a:gd name="connsiteX1" fmla="*/ 153055 w 336950"/>
                        <a:gd name="connsiteY1" fmla="*/ 108161 h 322312"/>
                        <a:gd name="connsiteX2" fmla="*/ 179340 w 336950"/>
                        <a:gd name="connsiteY2" fmla="*/ 213818 h 322312"/>
                        <a:gd name="connsiteX3" fmla="*/ 176595 w 336950"/>
                        <a:gd name="connsiteY3" fmla="*/ 106609 h 322312"/>
                        <a:gd name="connsiteX4" fmla="*/ 225545 w 336950"/>
                        <a:gd name="connsiteY4" fmla="*/ 0 h 322312"/>
                        <a:gd name="connsiteX5" fmla="*/ 277000 w 336950"/>
                        <a:gd name="connsiteY5" fmla="*/ 27293 h 322312"/>
                        <a:gd name="connsiteX6" fmla="*/ 271426 w 336950"/>
                        <a:gd name="connsiteY6" fmla="*/ 110037 h 322312"/>
                        <a:gd name="connsiteX7" fmla="*/ 331885 w 336950"/>
                        <a:gd name="connsiteY7" fmla="*/ 195813 h 322312"/>
                        <a:gd name="connsiteX8" fmla="*/ 270997 w 336950"/>
                        <a:gd name="connsiteY8" fmla="*/ 207077 h 322312"/>
                        <a:gd name="connsiteX9" fmla="*/ 276571 w 336950"/>
                        <a:gd name="connsiteY9" fmla="*/ 290254 h 322312"/>
                        <a:gd name="connsiteX10" fmla="*/ 219113 w 336950"/>
                        <a:gd name="connsiteY10" fmla="*/ 320146 h 322312"/>
                        <a:gd name="connsiteX11" fmla="*/ 162084 w 336950"/>
                        <a:gd name="connsiteY11" fmla="*/ 273359 h 322312"/>
                        <a:gd name="connsiteX12" fmla="*/ 111057 w 336950"/>
                        <a:gd name="connsiteY12" fmla="*/ 322312 h 322312"/>
                        <a:gd name="connsiteX13" fmla="*/ 58745 w 336950"/>
                        <a:gd name="connsiteY13" fmla="*/ 290254 h 322312"/>
                        <a:gd name="connsiteX14" fmla="*/ 71180 w 336950"/>
                        <a:gd name="connsiteY14" fmla="*/ 214442 h 322312"/>
                        <a:gd name="connsiteX15" fmla="*/ 0 w 336950"/>
                        <a:gd name="connsiteY15" fmla="*/ 191481 h 322312"/>
                        <a:gd name="connsiteX16" fmla="*/ 1715 w 336950"/>
                        <a:gd name="connsiteY16" fmla="*/ 127799 h 322312"/>
                        <a:gd name="connsiteX17" fmla="*/ 69036 w 336950"/>
                        <a:gd name="connsiteY17" fmla="*/ 107871 h 322312"/>
                        <a:gd name="connsiteX18" fmla="*/ 57029 w 336950"/>
                        <a:gd name="connsiteY18" fmla="*/ 34224 h 322312"/>
                        <a:gd name="connsiteX19" fmla="*/ 120491 w 336950"/>
                        <a:gd name="connsiteY19" fmla="*/ 433 h 322312"/>
                        <a:gd name="connsiteX20" fmla="*/ 225545 w 336950"/>
                        <a:gd name="connsiteY20" fmla="*/ 0 h 3223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336950" h="322312">
                          <a:moveTo>
                            <a:pt x="176595" y="106609"/>
                          </a:moveTo>
                          <a:cubicBezTo>
                            <a:pt x="169402" y="105407"/>
                            <a:pt x="161511" y="105780"/>
                            <a:pt x="153055" y="108161"/>
                          </a:cubicBezTo>
                          <a:cubicBezTo>
                            <a:pt x="91005" y="125482"/>
                            <a:pt x="103501" y="229407"/>
                            <a:pt x="179340" y="213818"/>
                          </a:cubicBezTo>
                          <a:cubicBezTo>
                            <a:pt x="243059" y="200557"/>
                            <a:pt x="226941" y="115022"/>
                            <a:pt x="176595" y="106609"/>
                          </a:cubicBezTo>
                          <a:close/>
                          <a:moveTo>
                            <a:pt x="225545" y="0"/>
                          </a:moveTo>
                          <a:lnTo>
                            <a:pt x="277000" y="27293"/>
                          </a:lnTo>
                          <a:cubicBezTo>
                            <a:pt x="276571" y="72780"/>
                            <a:pt x="244840" y="84477"/>
                            <a:pt x="271426" y="110037"/>
                          </a:cubicBezTo>
                          <a:cubicBezTo>
                            <a:pt x="313876" y="142528"/>
                            <a:pt x="350752" y="92708"/>
                            <a:pt x="331885" y="195813"/>
                          </a:cubicBezTo>
                          <a:lnTo>
                            <a:pt x="270997" y="207077"/>
                          </a:lnTo>
                          <a:cubicBezTo>
                            <a:pt x="246556" y="243900"/>
                            <a:pt x="275285" y="240868"/>
                            <a:pt x="276571" y="290254"/>
                          </a:cubicBezTo>
                          <a:cubicBezTo>
                            <a:pt x="259419" y="304117"/>
                            <a:pt x="239266" y="317114"/>
                            <a:pt x="219113" y="320146"/>
                          </a:cubicBezTo>
                          <a:cubicBezTo>
                            <a:pt x="194243" y="297186"/>
                            <a:pt x="196387" y="275958"/>
                            <a:pt x="162084" y="273359"/>
                          </a:cubicBezTo>
                          <a:cubicBezTo>
                            <a:pt x="140644" y="282456"/>
                            <a:pt x="134212" y="308016"/>
                            <a:pt x="111057" y="322312"/>
                          </a:cubicBezTo>
                          <a:lnTo>
                            <a:pt x="58745" y="290254"/>
                          </a:lnTo>
                          <a:cubicBezTo>
                            <a:pt x="59173" y="249532"/>
                            <a:pt x="78469" y="251698"/>
                            <a:pt x="71180" y="214442"/>
                          </a:cubicBezTo>
                          <a:cubicBezTo>
                            <a:pt x="49740" y="197113"/>
                            <a:pt x="26585" y="205344"/>
                            <a:pt x="0" y="191481"/>
                          </a:cubicBezTo>
                          <a:lnTo>
                            <a:pt x="1715" y="127799"/>
                          </a:lnTo>
                          <a:cubicBezTo>
                            <a:pt x="27872" y="118268"/>
                            <a:pt x="51884" y="121734"/>
                            <a:pt x="69036" y="107871"/>
                          </a:cubicBezTo>
                          <a:cubicBezTo>
                            <a:pt x="80613" y="76246"/>
                            <a:pt x="62175" y="68015"/>
                            <a:pt x="57029" y="34224"/>
                          </a:cubicBezTo>
                          <a:cubicBezTo>
                            <a:pt x="71608" y="19062"/>
                            <a:pt x="93906" y="4766"/>
                            <a:pt x="120491" y="433"/>
                          </a:cubicBezTo>
                          <a:cubicBezTo>
                            <a:pt x="181379" y="94008"/>
                            <a:pt x="175376" y="28159"/>
                            <a:pt x="225545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4" name="Freeform 23">
                      <a:extLst>
                        <a:ext uri="{FF2B5EF4-FFF2-40B4-BE49-F238E27FC236}">
                          <a16:creationId xmlns:a16="http://schemas.microsoft.com/office/drawing/2014/main" id="{3D76BEED-D90E-57F8-863A-F80641E273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193" y="5632581"/>
                      <a:ext cx="335583" cy="320418"/>
                    </a:xfrm>
                    <a:custGeom>
                      <a:avLst/>
                      <a:gdLst>
                        <a:gd name="connsiteX0" fmla="*/ 174148 w 335584"/>
                        <a:gd name="connsiteY0" fmla="*/ 104063 h 320416"/>
                        <a:gd name="connsiteX1" fmla="*/ 150332 w 335584"/>
                        <a:gd name="connsiteY1" fmla="*/ 108746 h 320416"/>
                        <a:gd name="connsiteX2" fmla="*/ 185253 w 335584"/>
                        <a:gd name="connsiteY2" fmla="*/ 211746 h 320416"/>
                        <a:gd name="connsiteX3" fmla="*/ 174148 w 335584"/>
                        <a:gd name="connsiteY3" fmla="*/ 104063 h 320416"/>
                        <a:gd name="connsiteX4" fmla="*/ 119913 w 335584"/>
                        <a:gd name="connsiteY4" fmla="*/ 0 h 320416"/>
                        <a:gd name="connsiteX5" fmla="*/ 219553 w 335584"/>
                        <a:gd name="connsiteY5" fmla="*/ 1723 h 320416"/>
                        <a:gd name="connsiteX6" fmla="*/ 278647 w 335584"/>
                        <a:gd name="connsiteY6" fmla="*/ 33592 h 320416"/>
                        <a:gd name="connsiteX7" fmla="*/ 275628 w 335584"/>
                        <a:gd name="connsiteY7" fmla="*/ 110682 h 320416"/>
                        <a:gd name="connsiteX8" fmla="*/ 285117 w 335584"/>
                        <a:gd name="connsiteY8" fmla="*/ 114988 h 320416"/>
                        <a:gd name="connsiteX9" fmla="*/ 335584 w 335584"/>
                        <a:gd name="connsiteY9" fmla="*/ 129200 h 320416"/>
                        <a:gd name="connsiteX10" fmla="*/ 332996 w 335584"/>
                        <a:gd name="connsiteY10" fmla="*/ 192508 h 320416"/>
                        <a:gd name="connsiteX11" fmla="*/ 265275 w 335584"/>
                        <a:gd name="connsiteY11" fmla="*/ 211027 h 320416"/>
                        <a:gd name="connsiteX12" fmla="*/ 277353 w 335584"/>
                        <a:gd name="connsiteY12" fmla="*/ 288116 h 320416"/>
                        <a:gd name="connsiteX13" fmla="*/ 218259 w 335584"/>
                        <a:gd name="connsiteY13" fmla="*/ 319124 h 320416"/>
                        <a:gd name="connsiteX14" fmla="*/ 162185 w 335584"/>
                        <a:gd name="connsiteY14" fmla="*/ 271320 h 320416"/>
                        <a:gd name="connsiteX15" fmla="*/ 110424 w 335584"/>
                        <a:gd name="connsiteY15" fmla="*/ 320416 h 320416"/>
                        <a:gd name="connsiteX16" fmla="*/ 58231 w 335584"/>
                        <a:gd name="connsiteY16" fmla="*/ 288116 h 320416"/>
                        <a:gd name="connsiteX17" fmla="*/ 70740 w 335584"/>
                        <a:gd name="connsiteY17" fmla="*/ 213180 h 320416"/>
                        <a:gd name="connsiteX18" fmla="*/ 0 w 335584"/>
                        <a:gd name="connsiteY18" fmla="*/ 192508 h 320416"/>
                        <a:gd name="connsiteX19" fmla="*/ 431 w 335584"/>
                        <a:gd name="connsiteY19" fmla="*/ 125324 h 320416"/>
                        <a:gd name="connsiteX20" fmla="*/ 66427 w 335584"/>
                        <a:gd name="connsiteY20" fmla="*/ 109820 h 320416"/>
                        <a:gd name="connsiteX21" fmla="*/ 58663 w 335584"/>
                        <a:gd name="connsiteY21" fmla="*/ 25840 h 320416"/>
                        <a:gd name="connsiteX22" fmla="*/ 119913 w 335584"/>
                        <a:gd name="connsiteY22" fmla="*/ 0 h 3204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335584" h="320416">
                          <a:moveTo>
                            <a:pt x="174148" y="104063"/>
                          </a:moveTo>
                          <a:cubicBezTo>
                            <a:pt x="166924" y="103700"/>
                            <a:pt x="158955" y="105106"/>
                            <a:pt x="150332" y="108746"/>
                          </a:cubicBezTo>
                          <a:cubicBezTo>
                            <a:pt x="79628" y="138733"/>
                            <a:pt x="117998" y="231303"/>
                            <a:pt x="185253" y="211746"/>
                          </a:cubicBezTo>
                          <a:cubicBezTo>
                            <a:pt x="238820" y="195774"/>
                            <a:pt x="224721" y="106600"/>
                            <a:pt x="174148" y="104063"/>
                          </a:cubicBezTo>
                          <a:close/>
                          <a:moveTo>
                            <a:pt x="119913" y="0"/>
                          </a:moveTo>
                          <a:cubicBezTo>
                            <a:pt x="171243" y="87426"/>
                            <a:pt x="186340" y="33592"/>
                            <a:pt x="219553" y="1723"/>
                          </a:cubicBezTo>
                          <a:cubicBezTo>
                            <a:pt x="244140" y="5168"/>
                            <a:pt x="263550" y="18950"/>
                            <a:pt x="278647" y="33592"/>
                          </a:cubicBezTo>
                          <a:cubicBezTo>
                            <a:pt x="273471" y="62447"/>
                            <a:pt x="245434" y="97331"/>
                            <a:pt x="275628" y="110682"/>
                          </a:cubicBezTo>
                          <a:lnTo>
                            <a:pt x="285117" y="114988"/>
                          </a:lnTo>
                          <a:cubicBezTo>
                            <a:pt x="305822" y="121879"/>
                            <a:pt x="312723" y="116711"/>
                            <a:pt x="335584" y="129200"/>
                          </a:cubicBezTo>
                          <a:lnTo>
                            <a:pt x="332996" y="192508"/>
                          </a:lnTo>
                          <a:cubicBezTo>
                            <a:pt x="305822" y="203706"/>
                            <a:pt x="286411" y="197676"/>
                            <a:pt x="265275" y="211027"/>
                          </a:cubicBezTo>
                          <a:cubicBezTo>
                            <a:pt x="254061" y="245050"/>
                            <a:pt x="276059" y="246342"/>
                            <a:pt x="277353" y="288116"/>
                          </a:cubicBezTo>
                          <a:cubicBezTo>
                            <a:pt x="259668" y="302759"/>
                            <a:pt x="241552" y="314818"/>
                            <a:pt x="218259" y="319124"/>
                          </a:cubicBezTo>
                          <a:cubicBezTo>
                            <a:pt x="199711" y="299744"/>
                            <a:pt x="194967" y="274335"/>
                            <a:pt x="162185" y="271320"/>
                          </a:cubicBezTo>
                          <a:cubicBezTo>
                            <a:pt x="141049" y="280364"/>
                            <a:pt x="134147" y="305774"/>
                            <a:pt x="110424" y="320416"/>
                          </a:cubicBezTo>
                          <a:lnTo>
                            <a:pt x="58231" y="288116"/>
                          </a:lnTo>
                          <a:cubicBezTo>
                            <a:pt x="59525" y="246342"/>
                            <a:pt x="78073" y="251079"/>
                            <a:pt x="70740" y="213180"/>
                          </a:cubicBezTo>
                          <a:cubicBezTo>
                            <a:pt x="47016" y="195092"/>
                            <a:pt x="32351" y="204998"/>
                            <a:pt x="0" y="192508"/>
                          </a:cubicBezTo>
                          <a:lnTo>
                            <a:pt x="431" y="125324"/>
                          </a:lnTo>
                          <a:lnTo>
                            <a:pt x="66427" y="109820"/>
                          </a:lnTo>
                          <a:cubicBezTo>
                            <a:pt x="84974" y="77090"/>
                            <a:pt x="57369" y="71491"/>
                            <a:pt x="58663" y="25840"/>
                          </a:cubicBezTo>
                          <a:cubicBezTo>
                            <a:pt x="81092" y="16366"/>
                            <a:pt x="92307" y="4738"/>
                            <a:pt x="119913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9050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100" name="Google Shape;912;p119">
            <a:extLst>
              <a:ext uri="{FF2B5EF4-FFF2-40B4-BE49-F238E27FC236}">
                <a16:creationId xmlns:a16="http://schemas.microsoft.com/office/drawing/2014/main" id="{1878627C-142F-A556-D82F-752E7D8B0A5C}"/>
              </a:ext>
            </a:extLst>
          </p:cNvPr>
          <p:cNvSpPr txBox="1">
            <a:spLocks/>
          </p:cNvSpPr>
          <p:nvPr/>
        </p:nvSpPr>
        <p:spPr>
          <a:xfrm>
            <a:off x="250325" y="301187"/>
            <a:ext cx="11188800" cy="123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lt1"/>
              </a:buClr>
              <a:buSzPts val="3600"/>
              <a:buFont typeface="Roboto Light"/>
              <a:buNone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Need for </a:t>
            </a:r>
            <a:b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600">
                <a:solidFill>
                  <a:srgbClr val="B7000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Assessment Tool</a:t>
            </a:r>
          </a:p>
        </p:txBody>
      </p:sp>
    </p:spTree>
    <p:extLst>
      <p:ext uri="{BB962C8B-B14F-4D97-AF65-F5344CB8AC3E}">
        <p14:creationId xmlns:p14="http://schemas.microsoft.com/office/powerpoint/2010/main" val="319303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163A-9054-F965-0F5D-19A6E46E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4E41F-FEB7-5F6C-D1AE-2512DC9889F9}"/>
              </a:ext>
            </a:extLst>
          </p:cNvPr>
          <p:cNvSpPr txBox="1"/>
          <p:nvPr/>
        </p:nvSpPr>
        <p:spPr>
          <a:xfrm>
            <a:off x="178435" y="385495"/>
            <a:ext cx="59886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>
                <a:solidFill>
                  <a:srgbClr val="C00000"/>
                </a:solidFill>
                <a:effectLst/>
                <a:latin typeface="system-ui"/>
              </a:rPr>
              <a:t>Value and Impact of the Tool</a:t>
            </a:r>
            <a:b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</a:b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D6B811FF-05C0-478F-B450-9909DEF56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3"/>
          <a:stretch/>
        </p:blipFill>
        <p:spPr bwMode="auto">
          <a:xfrm>
            <a:off x="1825814" y="1134289"/>
            <a:ext cx="8702675" cy="570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87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B190-7BCC-77E7-3915-1EFC43B1B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D3F05-D9B3-2D8F-951D-AD0323AE2BDA}"/>
              </a:ext>
            </a:extLst>
          </p:cNvPr>
          <p:cNvSpPr txBox="1"/>
          <p:nvPr/>
        </p:nvSpPr>
        <p:spPr>
          <a:xfrm>
            <a:off x="178435" y="385495"/>
            <a:ext cx="5988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system-ui"/>
              </a:rPr>
              <a:t>Demo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36" name="Picture 12" descr="Computer screen - Free computer icons">
            <a:extLst>
              <a:ext uri="{FF2B5EF4-FFF2-40B4-BE49-F238E27FC236}">
                <a16:creationId xmlns:a16="http://schemas.microsoft.com/office/drawing/2014/main" id="{B7D7A65D-BEA2-D4DC-FBA5-F3A9454EF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647" y="1438835"/>
            <a:ext cx="3980329" cy="398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496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740E-0E19-53ED-B9B6-AC7DAF00F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55AB29-FCBE-1907-81D4-FB1211D92E0B}"/>
              </a:ext>
            </a:extLst>
          </p:cNvPr>
          <p:cNvSpPr txBox="1"/>
          <p:nvPr/>
        </p:nvSpPr>
        <p:spPr>
          <a:xfrm>
            <a:off x="178435" y="385495"/>
            <a:ext cx="59886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system-ui"/>
              </a:rPr>
              <a:t>Reference Architecture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B7AD4-0728-2C06-629F-2030158A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543" y="771525"/>
            <a:ext cx="7878881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925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BB0B-B72B-13B5-C0B3-DD2866D0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169FB-1CF6-0600-F70B-50834AD2C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61" y="489380"/>
            <a:ext cx="10114077" cy="571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19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222C614-E386-0424-D228-34FED8437527}"/>
              </a:ext>
            </a:extLst>
          </p:cNvPr>
          <p:cNvSpPr/>
          <p:nvPr/>
        </p:nvSpPr>
        <p:spPr>
          <a:xfrm>
            <a:off x="902382" y="1989828"/>
            <a:ext cx="1599350" cy="639740"/>
          </a:xfrm>
          <a:custGeom>
            <a:avLst/>
            <a:gdLst/>
            <a:ahLst/>
            <a:cxnLst/>
            <a:rect l="l" t="t" r="r" b="b"/>
            <a:pathLst>
              <a:path w="2556303" h="1022521">
                <a:moveTo>
                  <a:pt x="0" y="0"/>
                </a:moveTo>
                <a:lnTo>
                  <a:pt x="2556303" y="0"/>
                </a:lnTo>
                <a:lnTo>
                  <a:pt x="2556303" y="1022521"/>
                </a:lnTo>
                <a:lnTo>
                  <a:pt x="0" y="102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385631A-0D9C-E9E9-2653-340CDD6F8E3F}"/>
              </a:ext>
            </a:extLst>
          </p:cNvPr>
          <p:cNvSpPr/>
          <p:nvPr/>
        </p:nvSpPr>
        <p:spPr>
          <a:xfrm>
            <a:off x="969933" y="4670402"/>
            <a:ext cx="2121965" cy="498662"/>
          </a:xfrm>
          <a:custGeom>
            <a:avLst/>
            <a:gdLst/>
            <a:ahLst/>
            <a:cxnLst/>
            <a:rect l="l" t="t" r="r" b="b"/>
            <a:pathLst>
              <a:path w="3391619" h="797031">
                <a:moveTo>
                  <a:pt x="0" y="0"/>
                </a:moveTo>
                <a:lnTo>
                  <a:pt x="3391619" y="0"/>
                </a:lnTo>
                <a:lnTo>
                  <a:pt x="3391619" y="797031"/>
                </a:lnTo>
                <a:lnTo>
                  <a:pt x="0" y="797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9AFE84F-1D2C-E170-8058-3B4ED689469C}"/>
              </a:ext>
            </a:extLst>
          </p:cNvPr>
          <p:cNvSpPr/>
          <p:nvPr/>
        </p:nvSpPr>
        <p:spPr>
          <a:xfrm>
            <a:off x="8112277" y="2192554"/>
            <a:ext cx="1993922" cy="234286"/>
          </a:xfrm>
          <a:custGeom>
            <a:avLst/>
            <a:gdLst/>
            <a:ahLst/>
            <a:cxnLst/>
            <a:rect l="l" t="t" r="r" b="b"/>
            <a:pathLst>
              <a:path w="3186964" h="374468">
                <a:moveTo>
                  <a:pt x="0" y="0"/>
                </a:moveTo>
                <a:lnTo>
                  <a:pt x="3186963" y="0"/>
                </a:lnTo>
                <a:lnTo>
                  <a:pt x="3186963" y="374469"/>
                </a:lnTo>
                <a:lnTo>
                  <a:pt x="0" y="37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9449ED3-602A-8ECD-4691-A7CEB3295B21}"/>
              </a:ext>
            </a:extLst>
          </p:cNvPr>
          <p:cNvSpPr/>
          <p:nvPr/>
        </p:nvSpPr>
        <p:spPr>
          <a:xfrm>
            <a:off x="8221199" y="4769466"/>
            <a:ext cx="3054905" cy="416231"/>
          </a:xfrm>
          <a:custGeom>
            <a:avLst/>
            <a:gdLst/>
            <a:ahLst/>
            <a:cxnLst/>
            <a:rect l="l" t="t" r="r" b="b"/>
            <a:pathLst>
              <a:path w="4882774" h="665278">
                <a:moveTo>
                  <a:pt x="0" y="0"/>
                </a:moveTo>
                <a:lnTo>
                  <a:pt x="4882773" y="0"/>
                </a:lnTo>
                <a:lnTo>
                  <a:pt x="4882773" y="665278"/>
                </a:lnTo>
                <a:lnTo>
                  <a:pt x="0" y="665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21422B-300B-C15E-3776-BD095B6EAB20}"/>
              </a:ext>
            </a:extLst>
          </p:cNvPr>
          <p:cNvSpPr txBox="1"/>
          <p:nvPr/>
        </p:nvSpPr>
        <p:spPr>
          <a:xfrm>
            <a:off x="1403449" y="2753276"/>
            <a:ext cx="368908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56C15A3-22BC-DEE9-EE14-B7A8170125F3}"/>
              </a:ext>
            </a:extLst>
          </p:cNvPr>
          <p:cNvSpPr/>
          <p:nvPr/>
        </p:nvSpPr>
        <p:spPr>
          <a:xfrm>
            <a:off x="1061923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AF18BA7-D66E-7A9B-B7A7-7A6AF41EED09}"/>
              </a:ext>
            </a:extLst>
          </p:cNvPr>
          <p:cNvSpPr/>
          <p:nvPr/>
        </p:nvSpPr>
        <p:spPr>
          <a:xfrm>
            <a:off x="1830360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D86EF93-604D-DC15-FA45-656CBB1AA64B}"/>
              </a:ext>
            </a:extLst>
          </p:cNvPr>
          <p:cNvSpPr/>
          <p:nvPr/>
        </p:nvSpPr>
        <p:spPr>
          <a:xfrm>
            <a:off x="3024347" y="2043969"/>
            <a:ext cx="2252600" cy="531457"/>
          </a:xfrm>
          <a:custGeom>
            <a:avLst/>
            <a:gdLst/>
            <a:ahLst/>
            <a:cxnLst/>
            <a:rect l="l" t="t" r="r" b="b"/>
            <a:pathLst>
              <a:path w="3600418" h="849449">
                <a:moveTo>
                  <a:pt x="0" y="0"/>
                </a:moveTo>
                <a:lnTo>
                  <a:pt x="3600418" y="0"/>
                </a:lnTo>
                <a:lnTo>
                  <a:pt x="3600418" y="849449"/>
                </a:lnTo>
                <a:lnTo>
                  <a:pt x="0" y="849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BD7A0E4-311D-E659-FFE8-540B7315AA2E}"/>
              </a:ext>
            </a:extLst>
          </p:cNvPr>
          <p:cNvSpPr/>
          <p:nvPr/>
        </p:nvSpPr>
        <p:spPr>
          <a:xfrm>
            <a:off x="2501732" y="3261654"/>
            <a:ext cx="1180333" cy="893681"/>
          </a:xfrm>
          <a:custGeom>
            <a:avLst/>
            <a:gdLst/>
            <a:ahLst/>
            <a:cxnLst/>
            <a:rect l="l" t="t" r="r" b="b"/>
            <a:pathLst>
              <a:path w="1886572" h="1428405">
                <a:moveTo>
                  <a:pt x="0" y="0"/>
                </a:moveTo>
                <a:lnTo>
                  <a:pt x="1886572" y="0"/>
                </a:lnTo>
                <a:lnTo>
                  <a:pt x="1886572" y="1428404"/>
                </a:lnTo>
                <a:lnTo>
                  <a:pt x="0" y="14284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7EC37E3-3235-11FC-23BB-644509A593AE}"/>
              </a:ext>
            </a:extLst>
          </p:cNvPr>
          <p:cNvSpPr/>
          <p:nvPr/>
        </p:nvSpPr>
        <p:spPr>
          <a:xfrm>
            <a:off x="8465227" y="3182340"/>
            <a:ext cx="1253659" cy="854442"/>
          </a:xfrm>
          <a:custGeom>
            <a:avLst/>
            <a:gdLst/>
            <a:ahLst/>
            <a:cxnLst/>
            <a:rect l="l" t="t" r="r" b="b"/>
            <a:pathLst>
              <a:path w="2003772" h="1365688">
                <a:moveTo>
                  <a:pt x="0" y="0"/>
                </a:moveTo>
                <a:lnTo>
                  <a:pt x="2003772" y="0"/>
                </a:lnTo>
                <a:lnTo>
                  <a:pt x="2003772" y="1365689"/>
                </a:lnTo>
                <a:lnTo>
                  <a:pt x="0" y="13656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75" r="-13090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FEC161F-155E-55D3-019B-CF6AF6B0B29C}"/>
              </a:ext>
            </a:extLst>
          </p:cNvPr>
          <p:cNvSpPr/>
          <p:nvPr/>
        </p:nvSpPr>
        <p:spPr>
          <a:xfrm>
            <a:off x="902382" y="3358336"/>
            <a:ext cx="1204376" cy="707006"/>
          </a:xfrm>
          <a:custGeom>
            <a:avLst/>
            <a:gdLst/>
            <a:ahLst/>
            <a:cxnLst/>
            <a:rect l="l" t="t" r="r" b="b"/>
            <a:pathLst>
              <a:path w="1925001" h="1130035">
                <a:moveTo>
                  <a:pt x="0" y="0"/>
                </a:moveTo>
                <a:lnTo>
                  <a:pt x="1925001" y="0"/>
                </a:lnTo>
                <a:lnTo>
                  <a:pt x="1925001" y="1130035"/>
                </a:lnTo>
                <a:lnTo>
                  <a:pt x="0" y="11300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C61BA7E-1A4B-7056-C637-432E0B052048}"/>
              </a:ext>
            </a:extLst>
          </p:cNvPr>
          <p:cNvSpPr/>
          <p:nvPr/>
        </p:nvSpPr>
        <p:spPr>
          <a:xfrm>
            <a:off x="6454911" y="3237900"/>
            <a:ext cx="1423915" cy="779086"/>
          </a:xfrm>
          <a:custGeom>
            <a:avLst/>
            <a:gdLst/>
            <a:ahLst/>
            <a:cxnLst/>
            <a:rect l="l" t="t" r="r" b="b"/>
            <a:pathLst>
              <a:path w="2275899" h="1245243">
                <a:moveTo>
                  <a:pt x="0" y="0"/>
                </a:moveTo>
                <a:lnTo>
                  <a:pt x="2275899" y="0"/>
                </a:lnTo>
                <a:lnTo>
                  <a:pt x="2275899" y="1245243"/>
                </a:lnTo>
                <a:lnTo>
                  <a:pt x="0" y="1245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612" t="-24242" r="-9612" b="-20465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3E7859C-BE54-C194-25C1-6EC8E966003A}"/>
              </a:ext>
            </a:extLst>
          </p:cNvPr>
          <p:cNvSpPr/>
          <p:nvPr/>
        </p:nvSpPr>
        <p:spPr>
          <a:xfrm>
            <a:off x="4074385" y="3237900"/>
            <a:ext cx="1857289" cy="798882"/>
          </a:xfrm>
          <a:custGeom>
            <a:avLst/>
            <a:gdLst/>
            <a:ahLst/>
            <a:cxnLst/>
            <a:rect l="l" t="t" r="r" b="b"/>
            <a:pathLst>
              <a:path w="2968577" h="1276885">
                <a:moveTo>
                  <a:pt x="0" y="0"/>
                </a:moveTo>
                <a:lnTo>
                  <a:pt x="2968577" y="0"/>
                </a:lnTo>
                <a:lnTo>
                  <a:pt x="2968577" y="1276885"/>
                </a:lnTo>
                <a:lnTo>
                  <a:pt x="0" y="1276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5404" b="-10366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8F498C9-5CBF-8E98-D790-6870E6D4F0AA}"/>
              </a:ext>
            </a:extLst>
          </p:cNvPr>
          <p:cNvSpPr/>
          <p:nvPr/>
        </p:nvSpPr>
        <p:spPr>
          <a:xfrm>
            <a:off x="5650098" y="2083630"/>
            <a:ext cx="2228728" cy="452135"/>
          </a:xfrm>
          <a:custGeom>
            <a:avLst/>
            <a:gdLst/>
            <a:ahLst/>
            <a:cxnLst/>
            <a:rect l="l" t="t" r="r" b="b"/>
            <a:pathLst>
              <a:path w="3562263" h="722665">
                <a:moveTo>
                  <a:pt x="0" y="0"/>
                </a:moveTo>
                <a:lnTo>
                  <a:pt x="3562263" y="0"/>
                </a:lnTo>
                <a:lnTo>
                  <a:pt x="3562263" y="722665"/>
                </a:lnTo>
                <a:lnTo>
                  <a:pt x="0" y="722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70888" b="-75578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269F3A3-1A69-E055-D4EB-AE523F9555D3}"/>
              </a:ext>
            </a:extLst>
          </p:cNvPr>
          <p:cNvSpPr/>
          <p:nvPr/>
        </p:nvSpPr>
        <p:spPr>
          <a:xfrm>
            <a:off x="5745160" y="4699256"/>
            <a:ext cx="2038604" cy="556651"/>
          </a:xfrm>
          <a:custGeom>
            <a:avLst/>
            <a:gdLst/>
            <a:ahLst/>
            <a:cxnLst/>
            <a:rect l="l" t="t" r="r" b="b"/>
            <a:pathLst>
              <a:path w="3258380" h="889717">
                <a:moveTo>
                  <a:pt x="0" y="0"/>
                </a:moveTo>
                <a:lnTo>
                  <a:pt x="3258381" y="0"/>
                </a:lnTo>
                <a:lnTo>
                  <a:pt x="3258381" y="889717"/>
                </a:lnTo>
                <a:lnTo>
                  <a:pt x="0" y="889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366" t="-172293" r="-14248" b="-164847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257CD07C-44C9-8B86-A85A-79EE7327E088}"/>
              </a:ext>
            </a:extLst>
          </p:cNvPr>
          <p:cNvSpPr/>
          <p:nvPr/>
        </p:nvSpPr>
        <p:spPr>
          <a:xfrm>
            <a:off x="10130193" y="3305383"/>
            <a:ext cx="1039914" cy="663917"/>
          </a:xfrm>
          <a:custGeom>
            <a:avLst/>
            <a:gdLst/>
            <a:ahLst/>
            <a:cxnLst/>
            <a:rect l="l" t="t" r="r" b="b"/>
            <a:pathLst>
              <a:path w="1662135" h="1061165">
                <a:moveTo>
                  <a:pt x="0" y="0"/>
                </a:moveTo>
                <a:lnTo>
                  <a:pt x="1662135" y="0"/>
                </a:lnTo>
                <a:lnTo>
                  <a:pt x="1662135" y="1061165"/>
                </a:lnTo>
                <a:lnTo>
                  <a:pt x="0" y="10611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0010" b="-26622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9A9F124-ECA8-1551-D086-E398E5E7F269}"/>
              </a:ext>
            </a:extLst>
          </p:cNvPr>
          <p:cNvSpPr/>
          <p:nvPr/>
        </p:nvSpPr>
        <p:spPr>
          <a:xfrm>
            <a:off x="3515413" y="4718229"/>
            <a:ext cx="1806233" cy="501230"/>
          </a:xfrm>
          <a:custGeom>
            <a:avLst/>
            <a:gdLst/>
            <a:ahLst/>
            <a:cxnLst/>
            <a:rect l="l" t="t" r="r" b="b"/>
            <a:pathLst>
              <a:path w="2886973" h="801135">
                <a:moveTo>
                  <a:pt x="0" y="0"/>
                </a:moveTo>
                <a:lnTo>
                  <a:pt x="2886973" y="0"/>
                </a:lnTo>
                <a:lnTo>
                  <a:pt x="2886973" y="801135"/>
                </a:lnTo>
                <a:lnTo>
                  <a:pt x="0" y="80113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5374DCD-A162-D8B4-8ADE-D388D9C52EBC}"/>
              </a:ext>
            </a:extLst>
          </p:cNvPr>
          <p:cNvSpPr txBox="1"/>
          <p:nvPr/>
        </p:nvSpPr>
        <p:spPr>
          <a:xfrm>
            <a:off x="4211874" y="2729536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DF35E40-9657-EDF3-BC8B-F2670C4A966D}"/>
              </a:ext>
            </a:extLst>
          </p:cNvPr>
          <p:cNvSpPr/>
          <p:nvPr/>
        </p:nvSpPr>
        <p:spPr>
          <a:xfrm>
            <a:off x="3832292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E2A4EB4F-1BE9-4798-27E1-E004DFAFDF3A}"/>
              </a:ext>
            </a:extLst>
          </p:cNvPr>
          <p:cNvSpPr/>
          <p:nvPr/>
        </p:nvSpPr>
        <p:spPr>
          <a:xfrm>
            <a:off x="4600729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9311B8C-D019-9937-6EB4-DEF64F4B4FC9}"/>
              </a:ext>
            </a:extLst>
          </p:cNvPr>
          <p:cNvSpPr txBox="1"/>
          <p:nvPr/>
        </p:nvSpPr>
        <p:spPr>
          <a:xfrm>
            <a:off x="6768302" y="2729536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AF495FC6-D642-CDE9-B020-9FC74F1F8BE0}"/>
              </a:ext>
            </a:extLst>
          </p:cNvPr>
          <p:cNvSpPr/>
          <p:nvPr/>
        </p:nvSpPr>
        <p:spPr>
          <a:xfrm>
            <a:off x="6388720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9DF8D77-DF3B-DBC4-E8F0-DD27F306939A}"/>
              </a:ext>
            </a:extLst>
          </p:cNvPr>
          <p:cNvSpPr/>
          <p:nvPr/>
        </p:nvSpPr>
        <p:spPr>
          <a:xfrm>
            <a:off x="7157157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0073335-C5F6-CD90-4BD1-65A816BA366C}"/>
              </a:ext>
            </a:extLst>
          </p:cNvPr>
          <p:cNvSpPr txBox="1"/>
          <p:nvPr/>
        </p:nvSpPr>
        <p:spPr>
          <a:xfrm>
            <a:off x="8948006" y="2753276"/>
            <a:ext cx="365633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2B20366D-9D4A-D64E-8427-953D474C319A}"/>
              </a:ext>
            </a:extLst>
          </p:cNvPr>
          <p:cNvSpPr/>
          <p:nvPr/>
        </p:nvSpPr>
        <p:spPr>
          <a:xfrm>
            <a:off x="8568424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B9ED1ECF-B641-3334-C8CA-000068B5A0D6}"/>
              </a:ext>
            </a:extLst>
          </p:cNvPr>
          <p:cNvSpPr/>
          <p:nvPr/>
        </p:nvSpPr>
        <p:spPr>
          <a:xfrm>
            <a:off x="9336861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639FD64-C340-D497-2A37-D3106DDDEB2D}"/>
              </a:ext>
            </a:extLst>
          </p:cNvPr>
          <p:cNvSpPr/>
          <p:nvPr/>
        </p:nvSpPr>
        <p:spPr>
          <a:xfrm>
            <a:off x="10569106" y="1752937"/>
            <a:ext cx="646810" cy="653344"/>
          </a:xfrm>
          <a:custGeom>
            <a:avLst/>
            <a:gdLst/>
            <a:ahLst/>
            <a:cxnLst/>
            <a:rect l="l" t="t" r="r" b="b"/>
            <a:pathLst>
              <a:path w="1033822" h="1044265">
                <a:moveTo>
                  <a:pt x="0" y="0"/>
                </a:moveTo>
                <a:lnTo>
                  <a:pt x="1033822" y="0"/>
                </a:lnTo>
                <a:lnTo>
                  <a:pt x="1033822" y="1044265"/>
                </a:lnTo>
                <a:lnTo>
                  <a:pt x="0" y="10442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239A107-05D5-B979-8A33-2069B29425B8}"/>
              </a:ext>
            </a:extLst>
          </p:cNvPr>
          <p:cNvSpPr txBox="1"/>
          <p:nvPr/>
        </p:nvSpPr>
        <p:spPr>
          <a:xfrm>
            <a:off x="10672455" y="2729536"/>
            <a:ext cx="3888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Qatar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0C5363E7-0C52-1440-B330-032055FA2DB8}"/>
              </a:ext>
            </a:extLst>
          </p:cNvPr>
          <p:cNvSpPr/>
          <p:nvPr/>
        </p:nvSpPr>
        <p:spPr>
          <a:xfrm>
            <a:off x="10339317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8BF373B7-DB1B-A6A6-37AB-7EB853D6E6A0}"/>
              </a:ext>
            </a:extLst>
          </p:cNvPr>
          <p:cNvSpPr/>
          <p:nvPr/>
        </p:nvSpPr>
        <p:spPr>
          <a:xfrm>
            <a:off x="11061309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56C41A8-0843-825C-C1D9-1C203C8C01D9}"/>
              </a:ext>
            </a:extLst>
          </p:cNvPr>
          <p:cNvSpPr txBox="1"/>
          <p:nvPr/>
        </p:nvSpPr>
        <p:spPr>
          <a:xfrm>
            <a:off x="1281964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A1421ED0-BCEC-45E7-D937-1D7DB33F1BAF}"/>
              </a:ext>
            </a:extLst>
          </p:cNvPr>
          <p:cNvSpPr/>
          <p:nvPr/>
        </p:nvSpPr>
        <p:spPr>
          <a:xfrm>
            <a:off x="902382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69DCBFC3-20D5-1334-5DF5-806AC26895E4}"/>
              </a:ext>
            </a:extLst>
          </p:cNvPr>
          <p:cNvSpPr/>
          <p:nvPr/>
        </p:nvSpPr>
        <p:spPr>
          <a:xfrm>
            <a:off x="1670819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7BF1BE6A-9E29-6E7E-B131-FBB9BF156609}"/>
              </a:ext>
            </a:extLst>
          </p:cNvPr>
          <p:cNvSpPr txBox="1"/>
          <p:nvPr/>
        </p:nvSpPr>
        <p:spPr>
          <a:xfrm>
            <a:off x="2930666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9D6C1D63-095C-5EE5-6382-5DCCA77C06A4}"/>
              </a:ext>
            </a:extLst>
          </p:cNvPr>
          <p:cNvSpPr/>
          <p:nvPr/>
        </p:nvSpPr>
        <p:spPr>
          <a:xfrm>
            <a:off x="2551084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4DAB8103-BE07-7B2E-D138-85956EA151F6}"/>
              </a:ext>
            </a:extLst>
          </p:cNvPr>
          <p:cNvSpPr/>
          <p:nvPr/>
        </p:nvSpPr>
        <p:spPr>
          <a:xfrm>
            <a:off x="3319521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07F45BD-17CD-A09B-1B23-56A1F9DCB30C}"/>
              </a:ext>
            </a:extLst>
          </p:cNvPr>
          <p:cNvSpPr txBox="1"/>
          <p:nvPr/>
        </p:nvSpPr>
        <p:spPr>
          <a:xfrm>
            <a:off x="4841798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F603F05F-530B-79C9-3E2C-2D16889F951D}"/>
              </a:ext>
            </a:extLst>
          </p:cNvPr>
          <p:cNvSpPr/>
          <p:nvPr/>
        </p:nvSpPr>
        <p:spPr>
          <a:xfrm>
            <a:off x="4462215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541AC26-D72F-8EBF-2A92-CFEA9D71DC6C}"/>
              </a:ext>
            </a:extLst>
          </p:cNvPr>
          <p:cNvSpPr/>
          <p:nvPr/>
        </p:nvSpPr>
        <p:spPr>
          <a:xfrm>
            <a:off x="5230652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DB75097-D939-3E54-4128-59FCD6C96EEB}"/>
              </a:ext>
            </a:extLst>
          </p:cNvPr>
          <p:cNvSpPr txBox="1"/>
          <p:nvPr/>
        </p:nvSpPr>
        <p:spPr>
          <a:xfrm>
            <a:off x="6929533" y="4166124"/>
            <a:ext cx="46471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ME &amp; Africa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2DF2DC74-EDF5-6B2A-05FC-DF0942879C22}"/>
              </a:ext>
            </a:extLst>
          </p:cNvPr>
          <p:cNvSpPr/>
          <p:nvPr/>
        </p:nvSpPr>
        <p:spPr>
          <a:xfrm>
            <a:off x="6626055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7AEFEB9D-BE49-67FE-DC89-58BF931598F0}"/>
              </a:ext>
            </a:extLst>
          </p:cNvPr>
          <p:cNvSpPr/>
          <p:nvPr/>
        </p:nvSpPr>
        <p:spPr>
          <a:xfrm>
            <a:off x="7394492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CAE82442-CF53-5260-A2CF-4E7F2A81126A}"/>
              </a:ext>
            </a:extLst>
          </p:cNvPr>
          <p:cNvSpPr txBox="1"/>
          <p:nvPr/>
        </p:nvSpPr>
        <p:spPr>
          <a:xfrm>
            <a:off x="1844084" y="5377208"/>
            <a:ext cx="429647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46" name="AutoShape 46">
            <a:extLst>
              <a:ext uri="{FF2B5EF4-FFF2-40B4-BE49-F238E27FC236}">
                <a16:creationId xmlns:a16="http://schemas.microsoft.com/office/drawing/2014/main" id="{D696AFA3-29D3-EC45-F41C-9B975D8FB744}"/>
              </a:ext>
            </a:extLst>
          </p:cNvPr>
          <p:cNvSpPr/>
          <p:nvPr/>
        </p:nvSpPr>
        <p:spPr>
          <a:xfrm>
            <a:off x="1490102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7" name="AutoShape 47">
            <a:extLst>
              <a:ext uri="{FF2B5EF4-FFF2-40B4-BE49-F238E27FC236}">
                <a16:creationId xmlns:a16="http://schemas.microsoft.com/office/drawing/2014/main" id="{9E89A6C1-E7A8-CC72-D804-F5F7B66CFF2E}"/>
              </a:ext>
            </a:extLst>
          </p:cNvPr>
          <p:cNvSpPr/>
          <p:nvPr/>
        </p:nvSpPr>
        <p:spPr>
          <a:xfrm>
            <a:off x="2258538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AF8D567C-3BE4-925D-4BEC-BBAB20010848}"/>
              </a:ext>
            </a:extLst>
          </p:cNvPr>
          <p:cNvSpPr txBox="1"/>
          <p:nvPr/>
        </p:nvSpPr>
        <p:spPr>
          <a:xfrm>
            <a:off x="4300984" y="5357158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</a:p>
        </p:txBody>
      </p:sp>
      <p:sp>
        <p:nvSpPr>
          <p:cNvPr id="49" name="AutoShape 49">
            <a:extLst>
              <a:ext uri="{FF2B5EF4-FFF2-40B4-BE49-F238E27FC236}">
                <a16:creationId xmlns:a16="http://schemas.microsoft.com/office/drawing/2014/main" id="{4CB7E342-3EEA-E54A-8F04-A982DB70A199}"/>
              </a:ext>
            </a:extLst>
          </p:cNvPr>
          <p:cNvSpPr/>
          <p:nvPr/>
        </p:nvSpPr>
        <p:spPr>
          <a:xfrm>
            <a:off x="3921401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0" name="AutoShape 50">
            <a:extLst>
              <a:ext uri="{FF2B5EF4-FFF2-40B4-BE49-F238E27FC236}">
                <a16:creationId xmlns:a16="http://schemas.microsoft.com/office/drawing/2014/main" id="{50AEC57F-25FE-9107-A69E-E5925BDEC64A}"/>
              </a:ext>
            </a:extLst>
          </p:cNvPr>
          <p:cNvSpPr/>
          <p:nvPr/>
        </p:nvSpPr>
        <p:spPr>
          <a:xfrm>
            <a:off x="4689839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DE82BCAA-615C-F2FB-1AF6-BBA34063D1A3}"/>
              </a:ext>
            </a:extLst>
          </p:cNvPr>
          <p:cNvSpPr txBox="1"/>
          <p:nvPr/>
        </p:nvSpPr>
        <p:spPr>
          <a:xfrm>
            <a:off x="6768302" y="5357158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52" name="AutoShape 52">
            <a:extLst>
              <a:ext uri="{FF2B5EF4-FFF2-40B4-BE49-F238E27FC236}">
                <a16:creationId xmlns:a16="http://schemas.microsoft.com/office/drawing/2014/main" id="{1FAC4296-D51E-2490-A0FC-42922DD2ADE2}"/>
              </a:ext>
            </a:extLst>
          </p:cNvPr>
          <p:cNvSpPr/>
          <p:nvPr/>
        </p:nvSpPr>
        <p:spPr>
          <a:xfrm>
            <a:off x="6388720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3" name="AutoShape 53">
            <a:extLst>
              <a:ext uri="{FF2B5EF4-FFF2-40B4-BE49-F238E27FC236}">
                <a16:creationId xmlns:a16="http://schemas.microsoft.com/office/drawing/2014/main" id="{45A69F8D-DB20-6431-89AA-BF3E3EE22F6C}"/>
              </a:ext>
            </a:extLst>
          </p:cNvPr>
          <p:cNvSpPr/>
          <p:nvPr/>
        </p:nvSpPr>
        <p:spPr>
          <a:xfrm>
            <a:off x="7157157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D73AED36-8AC1-7EDE-B758-92DC3C61DC88}"/>
              </a:ext>
            </a:extLst>
          </p:cNvPr>
          <p:cNvSpPr txBox="1"/>
          <p:nvPr/>
        </p:nvSpPr>
        <p:spPr>
          <a:xfrm>
            <a:off x="9860856" y="5280400"/>
            <a:ext cx="41206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 &amp; USA</a:t>
            </a:r>
          </a:p>
        </p:txBody>
      </p:sp>
      <p:sp>
        <p:nvSpPr>
          <p:cNvPr id="55" name="AutoShape 55">
            <a:extLst>
              <a:ext uri="{FF2B5EF4-FFF2-40B4-BE49-F238E27FC236}">
                <a16:creationId xmlns:a16="http://schemas.microsoft.com/office/drawing/2014/main" id="{E4CAB793-2EA2-8387-153E-1BAFFD42A187}"/>
              </a:ext>
            </a:extLst>
          </p:cNvPr>
          <p:cNvSpPr/>
          <p:nvPr/>
        </p:nvSpPr>
        <p:spPr>
          <a:xfrm>
            <a:off x="9547665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6" name="AutoShape 56">
            <a:extLst>
              <a:ext uri="{FF2B5EF4-FFF2-40B4-BE49-F238E27FC236}">
                <a16:creationId xmlns:a16="http://schemas.microsoft.com/office/drawing/2014/main" id="{79B353E0-A1DD-AB04-047D-A65A813845BF}"/>
              </a:ext>
            </a:extLst>
          </p:cNvPr>
          <p:cNvSpPr/>
          <p:nvPr/>
        </p:nvSpPr>
        <p:spPr>
          <a:xfrm>
            <a:off x="10316102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F0E4161D-474E-B968-42BC-BCFF09CB6ABE}"/>
              </a:ext>
            </a:extLst>
          </p:cNvPr>
          <p:cNvSpPr txBox="1"/>
          <p:nvPr/>
        </p:nvSpPr>
        <p:spPr>
          <a:xfrm>
            <a:off x="10480343" y="4281559"/>
            <a:ext cx="376119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58" name="AutoShape 58">
            <a:extLst>
              <a:ext uri="{FF2B5EF4-FFF2-40B4-BE49-F238E27FC236}">
                <a16:creationId xmlns:a16="http://schemas.microsoft.com/office/drawing/2014/main" id="{F1B0E8FD-2BA2-D2AB-AF7F-7BF7F89AA92F}"/>
              </a:ext>
            </a:extLst>
          </p:cNvPr>
          <p:cNvSpPr/>
          <p:nvPr/>
        </p:nvSpPr>
        <p:spPr>
          <a:xfrm>
            <a:off x="10088479" y="434556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9" name="AutoShape 59">
            <a:extLst>
              <a:ext uri="{FF2B5EF4-FFF2-40B4-BE49-F238E27FC236}">
                <a16:creationId xmlns:a16="http://schemas.microsoft.com/office/drawing/2014/main" id="{9EC3602E-DBA8-6415-7F81-5E03EBF3609F}"/>
              </a:ext>
            </a:extLst>
          </p:cNvPr>
          <p:cNvSpPr/>
          <p:nvPr/>
        </p:nvSpPr>
        <p:spPr>
          <a:xfrm>
            <a:off x="10856916" y="434840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83B111D6-5FC5-3CC3-9635-EC1D6D15E084}"/>
              </a:ext>
            </a:extLst>
          </p:cNvPr>
          <p:cNvSpPr txBox="1"/>
          <p:nvPr/>
        </p:nvSpPr>
        <p:spPr>
          <a:xfrm>
            <a:off x="8924784" y="4248568"/>
            <a:ext cx="3888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Qatar</a:t>
            </a:r>
          </a:p>
        </p:txBody>
      </p:sp>
      <p:sp>
        <p:nvSpPr>
          <p:cNvPr id="61" name="AutoShape 61">
            <a:extLst>
              <a:ext uri="{FF2B5EF4-FFF2-40B4-BE49-F238E27FC236}">
                <a16:creationId xmlns:a16="http://schemas.microsoft.com/office/drawing/2014/main" id="{79E935AA-C6C0-1B8F-675B-87878F0AB526}"/>
              </a:ext>
            </a:extLst>
          </p:cNvPr>
          <p:cNvSpPr/>
          <p:nvPr/>
        </p:nvSpPr>
        <p:spPr>
          <a:xfrm>
            <a:off x="8591646" y="434556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2" name="AutoShape 62">
            <a:extLst>
              <a:ext uri="{FF2B5EF4-FFF2-40B4-BE49-F238E27FC236}">
                <a16:creationId xmlns:a16="http://schemas.microsoft.com/office/drawing/2014/main" id="{3D1B3F4E-68AA-EA86-80D5-0BFE947427C4}"/>
              </a:ext>
            </a:extLst>
          </p:cNvPr>
          <p:cNvSpPr/>
          <p:nvPr/>
        </p:nvSpPr>
        <p:spPr>
          <a:xfrm>
            <a:off x="9313639" y="434840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3" name="TextBox 64">
            <a:extLst>
              <a:ext uri="{FF2B5EF4-FFF2-40B4-BE49-F238E27FC236}">
                <a16:creationId xmlns:a16="http://schemas.microsoft.com/office/drawing/2014/main" id="{50E7435C-BDD1-CCF4-ACB9-329BCE1225C5}"/>
              </a:ext>
            </a:extLst>
          </p:cNvPr>
          <p:cNvSpPr txBox="1"/>
          <p:nvPr/>
        </p:nvSpPr>
        <p:spPr>
          <a:xfrm>
            <a:off x="859941" y="814717"/>
            <a:ext cx="951554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36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Clients Who </a:t>
            </a:r>
            <a:r>
              <a:rPr lang="en-US" sz="3600" b="1">
                <a:solidFill>
                  <a:srgbClr val="B60003"/>
                </a:solidFill>
                <a:latin typeface="Roboto Bold"/>
                <a:ea typeface="Roboto Bold"/>
                <a:cs typeface="Roboto Bold"/>
                <a:sym typeface="Roboto Bold"/>
              </a:rPr>
              <a:t>Trust Us </a:t>
            </a:r>
            <a:r>
              <a:rPr lang="en-US" sz="36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With Their Data</a:t>
            </a:r>
          </a:p>
        </p:txBody>
      </p:sp>
    </p:spTree>
    <p:extLst>
      <p:ext uri="{BB962C8B-B14F-4D97-AF65-F5344CB8AC3E}">
        <p14:creationId xmlns:p14="http://schemas.microsoft.com/office/powerpoint/2010/main" val="1817728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47590" y="218063"/>
            <a:ext cx="1634485" cy="6858000"/>
            <a:chOff x="0" y="0"/>
            <a:chExt cx="3268971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50560" r="33550"/>
            <a:stretch>
              <a:fillRect/>
            </a:stretch>
          </p:blipFill>
          <p:spPr>
            <a:xfrm>
              <a:off x="0" y="0"/>
              <a:ext cx="3268971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1216" y="219548"/>
            <a:ext cx="1634485" cy="6858000"/>
            <a:chOff x="0" y="0"/>
            <a:chExt cx="3268971" cy="137160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19639" r="65544"/>
            <a:stretch>
              <a:fillRect/>
            </a:stretch>
          </p:blipFill>
          <p:spPr>
            <a:xfrm>
              <a:off x="0" y="0"/>
              <a:ext cx="3268971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-5400000">
            <a:off x="5542398" y="500150"/>
            <a:ext cx="1190168" cy="12066611"/>
            <a:chOff x="0" y="0"/>
            <a:chExt cx="474035" cy="5543149"/>
          </a:xfrm>
          <a:solidFill>
            <a:srgbClr val="B60003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74035" cy="5543149"/>
            </a:xfrm>
            <a:custGeom>
              <a:avLst/>
              <a:gdLst/>
              <a:ahLst/>
              <a:cxnLst/>
              <a:rect l="l" t="t" r="r" b="b"/>
              <a:pathLst>
                <a:path w="474035" h="5543149">
                  <a:moveTo>
                    <a:pt x="0" y="0"/>
                  </a:moveTo>
                  <a:lnTo>
                    <a:pt x="474035" y="0"/>
                  </a:lnTo>
                  <a:lnTo>
                    <a:pt x="474035" y="5543149"/>
                  </a:lnTo>
                  <a:lnTo>
                    <a:pt x="0" y="554314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74035" cy="558124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91709" y="1229624"/>
            <a:ext cx="7808583" cy="75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6000" b="1">
                <a:solidFill>
                  <a:schemeClr val="bg2">
                    <a:lumMod val="25000"/>
                  </a:schemeClr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44280" y="2590342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spc="116">
                <a:solidFill>
                  <a:srgbClr val="B60003"/>
                </a:solidFill>
                <a:latin typeface="Roboto"/>
                <a:ea typeface="Roboto"/>
                <a:cs typeface="Roboto"/>
                <a:sym typeface="Roboto"/>
              </a:rPr>
              <a:t>LOCATIONS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87753" y="3044659"/>
            <a:ext cx="6014918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India | Dubai | USA | Saudi Arabia | Singapore | Australia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44280" y="3647063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3266"/>
              </a:lnSpc>
              <a:defRPr sz="2333" b="1" spc="116">
                <a:solidFill>
                  <a:srgbClr val="B60003"/>
                </a:solidFill>
                <a:latin typeface="Roboto"/>
                <a:ea typeface="Roboto"/>
                <a:cs typeface="Roboto"/>
              </a:defRPr>
            </a:lvl1pPr>
          </a:lstStyle>
          <a:p>
            <a:r>
              <a:rPr lang="en-US">
                <a:sym typeface="Roboto"/>
              </a:rPr>
              <a:t>EMAIL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44280" y="4006897"/>
            <a:ext cx="3903441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info@datainfa.com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44280" y="4611820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spc="116">
                <a:solidFill>
                  <a:srgbClr val="B60003"/>
                </a:solidFill>
                <a:latin typeface="Roboto"/>
                <a:ea typeface="Roboto"/>
                <a:cs typeface="Roboto"/>
                <a:sym typeface="Roboto"/>
              </a:rPr>
              <a:t>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0987" y="5074860"/>
            <a:ext cx="3510027" cy="520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+91 8320393920 | +91 8588845077 | +91 8861143928 | +971 585600941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0960" y="6387293"/>
            <a:ext cx="2743703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www.datainfa.com</a:t>
            </a:r>
          </a:p>
        </p:txBody>
      </p:sp>
      <p:sp>
        <p:nvSpPr>
          <p:cNvPr id="17" name="Freeform 17"/>
          <p:cNvSpPr/>
          <p:nvPr/>
        </p:nvSpPr>
        <p:spPr>
          <a:xfrm>
            <a:off x="1803926" y="4353523"/>
            <a:ext cx="1677773" cy="2013327"/>
          </a:xfrm>
          <a:custGeom>
            <a:avLst/>
            <a:gdLst/>
            <a:ahLst/>
            <a:cxnLst/>
            <a:rect l="l" t="t" r="r" b="b"/>
            <a:pathLst>
              <a:path w="2516659" h="3019991">
                <a:moveTo>
                  <a:pt x="0" y="0"/>
                </a:moveTo>
                <a:lnTo>
                  <a:pt x="2516659" y="0"/>
                </a:lnTo>
                <a:lnTo>
                  <a:pt x="2516659" y="3019991"/>
                </a:lnTo>
                <a:lnTo>
                  <a:pt x="0" y="3019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153775" y="5337476"/>
            <a:ext cx="1001495" cy="1201793"/>
          </a:xfrm>
          <a:custGeom>
            <a:avLst/>
            <a:gdLst/>
            <a:ahLst/>
            <a:cxnLst/>
            <a:rect l="l" t="t" r="r" b="b"/>
            <a:pathLst>
              <a:path w="1502242" h="1802690">
                <a:moveTo>
                  <a:pt x="0" y="0"/>
                </a:moveTo>
                <a:lnTo>
                  <a:pt x="1502241" y="0"/>
                </a:lnTo>
                <a:lnTo>
                  <a:pt x="1502241" y="1802690"/>
                </a:lnTo>
                <a:lnTo>
                  <a:pt x="0" y="1802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253313" y="5337476"/>
            <a:ext cx="1001495" cy="1201793"/>
          </a:xfrm>
          <a:custGeom>
            <a:avLst/>
            <a:gdLst/>
            <a:ahLst/>
            <a:cxnLst/>
            <a:rect l="l" t="t" r="r" b="b"/>
            <a:pathLst>
              <a:path w="1502242" h="1802690">
                <a:moveTo>
                  <a:pt x="0" y="0"/>
                </a:moveTo>
                <a:lnTo>
                  <a:pt x="1502242" y="0"/>
                </a:lnTo>
                <a:lnTo>
                  <a:pt x="1502242" y="1802690"/>
                </a:lnTo>
                <a:lnTo>
                  <a:pt x="0" y="1802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0318309" y="5349100"/>
            <a:ext cx="991807" cy="1190169"/>
          </a:xfrm>
          <a:custGeom>
            <a:avLst/>
            <a:gdLst/>
            <a:ahLst/>
            <a:cxnLst/>
            <a:rect l="l" t="t" r="r" b="b"/>
            <a:pathLst>
              <a:path w="1487711" h="1785253">
                <a:moveTo>
                  <a:pt x="0" y="0"/>
                </a:moveTo>
                <a:lnTo>
                  <a:pt x="1487711" y="0"/>
                </a:lnTo>
                <a:lnTo>
                  <a:pt x="1487711" y="1785253"/>
                </a:lnTo>
                <a:lnTo>
                  <a:pt x="0" y="1785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nformatica 2021 template">
  <a:themeElements>
    <a:clrScheme name="Custom 40">
      <a:dk1>
        <a:srgbClr val="FFFFFF"/>
      </a:dk1>
      <a:lt1>
        <a:srgbClr val="373737"/>
      </a:lt1>
      <a:dk2>
        <a:srgbClr val="EAEAEA"/>
      </a:dk2>
      <a:lt2>
        <a:srgbClr val="0432FF"/>
      </a:lt2>
      <a:accent1>
        <a:srgbClr val="FF4D00"/>
      </a:accent1>
      <a:accent2>
        <a:srgbClr val="FF7D00"/>
      </a:accent2>
      <a:accent3>
        <a:srgbClr val="99DCE3"/>
      </a:accent3>
      <a:accent4>
        <a:srgbClr val="C10074"/>
      </a:accent4>
      <a:accent5>
        <a:srgbClr val="00A9BB"/>
      </a:accent5>
      <a:accent6>
        <a:srgbClr val="92D03D"/>
      </a:accent6>
      <a:hlink>
        <a:srgbClr val="00A9BB"/>
      </a:hlink>
      <a:folHlink>
        <a:srgbClr val="C10074"/>
      </a:folHlink>
    </a:clrScheme>
    <a:fontScheme name="Custom 7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137160" tIns="91440" rIns="137160" bIns="91440" rtlCol="0" anchor="ctr"/>
      <a:lstStyle>
        <a:defPPr algn="ctr">
          <a:defRPr sz="1600" dirty="0">
            <a:solidFill>
              <a:schemeClr val="bg1"/>
            </a:solidFill>
            <a:latin typeface="Roboto" charset="0"/>
            <a:ea typeface="Roboto" charset="0"/>
            <a:cs typeface="Roboto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Aft>
            <a:spcPts val="1000"/>
          </a:spcAft>
          <a:defRPr dirty="0">
            <a:latin typeface="Roboto" charset="0"/>
            <a:ea typeface="Roboto" charset="0"/>
            <a:cs typeface="Roboto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BAB2CE1B-342F-E34A-A5E4-9532FC82D06C}" vid="{B276026B-ED53-7642-87F3-99FDA417FF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641bc0c-b442-4ed3-9de6-4d9f891dd3c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3935CB9CEF534B960B26F7E6E0A78A" ma:contentTypeVersion="11" ma:contentTypeDescription="Create a new document." ma:contentTypeScope="" ma:versionID="4e8a7ca29d8d8030adcdcb6a68a73552">
  <xsd:schema xmlns:xsd="http://www.w3.org/2001/XMLSchema" xmlns:xs="http://www.w3.org/2001/XMLSchema" xmlns:p="http://schemas.microsoft.com/office/2006/metadata/properties" xmlns:ns3="8641bc0c-b442-4ed3-9de6-4d9f891dd3cf" targetNamespace="http://schemas.microsoft.com/office/2006/metadata/properties" ma:root="true" ma:fieldsID="0f8de9b8f4b4d230a11f58c0a5e1a93d" ns3:_="">
    <xsd:import namespace="8641bc0c-b442-4ed3-9de6-4d9f891dd3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1bc0c-b442-4ed3-9de6-4d9f891dd3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51974C-A846-40E1-92E8-3134DDF16CC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8641bc0c-b442-4ed3-9de6-4d9f891dd3cf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8820E86-9B2E-452E-8AB0-C2203F4DF4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4F9E96-926E-4CBA-832D-BCB4FAA3FE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41bc0c-b442-4ed3-9de6-4d9f891dd3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17822</TotalTime>
  <Words>526</Words>
  <Application>Microsoft Office PowerPoint</Application>
  <PresentationFormat>Widescreen</PresentationFormat>
  <Paragraphs>85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.AppleSystemUIFont</vt:lpstr>
      <vt:lpstr>Aptos</vt:lpstr>
      <vt:lpstr>Aptos Display</vt:lpstr>
      <vt:lpstr>Arial</vt:lpstr>
      <vt:lpstr>Georgia Pro Light</vt:lpstr>
      <vt:lpstr>Montserrat</vt:lpstr>
      <vt:lpstr>Montserrat Classic</vt:lpstr>
      <vt:lpstr>Poppins</vt:lpstr>
      <vt:lpstr>Poppins Bold</vt:lpstr>
      <vt:lpstr>Roboto</vt:lpstr>
      <vt:lpstr>Roboto Bold</vt:lpstr>
      <vt:lpstr>Roboto Condensed</vt:lpstr>
      <vt:lpstr>Roboto Light</vt:lpstr>
      <vt:lpstr>Roboto Lt</vt:lpstr>
      <vt:lpstr>system-ui</vt:lpstr>
      <vt:lpstr>Office Theme</vt:lpstr>
      <vt:lpstr>Informatica 2021 template</vt:lpstr>
      <vt:lpstr>Compliance Assessment Tool For DPDP 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Assessment Tool for Privacy Law Adherence</dc:title>
  <dc:creator>Saumya Nawab</dc:creator>
  <cp:lastModifiedBy>Vineeth Kumar</cp:lastModifiedBy>
  <cp:revision>13</cp:revision>
  <dcterms:created xsi:type="dcterms:W3CDTF">2024-12-20T10:26:10Z</dcterms:created>
  <dcterms:modified xsi:type="dcterms:W3CDTF">2025-09-10T08:58:07Z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0x0101001C3935CB9CEF534B960B26F7E6E0A78A</vt:lpwstr>
  </property>
  <property fmtid="{D5CDD505-2E9C-101B-9397-08002B2CF9AE}" pid="3" name="MediaServiceImageTags">
    <vt:lpwstr/>
  </property>
</Properties>
</file>